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45"/>
  </p:notesMasterIdLst>
  <p:handoutMasterIdLst>
    <p:handoutMasterId r:id="rId46"/>
  </p:handoutMasterIdLst>
  <p:sldIdLst>
    <p:sldId id="270" r:id="rId2"/>
    <p:sldId id="393" r:id="rId3"/>
    <p:sldId id="410" r:id="rId4"/>
    <p:sldId id="402" r:id="rId5"/>
    <p:sldId id="407" r:id="rId6"/>
    <p:sldId id="356" r:id="rId7"/>
    <p:sldId id="419" r:id="rId8"/>
    <p:sldId id="420" r:id="rId9"/>
    <p:sldId id="424" r:id="rId10"/>
    <p:sldId id="423" r:id="rId11"/>
    <p:sldId id="443" r:id="rId12"/>
    <p:sldId id="444" r:id="rId13"/>
    <p:sldId id="461" r:id="rId14"/>
    <p:sldId id="428" r:id="rId15"/>
    <p:sldId id="430" r:id="rId16"/>
    <p:sldId id="432" r:id="rId17"/>
    <p:sldId id="434" r:id="rId18"/>
    <p:sldId id="435" r:id="rId19"/>
    <p:sldId id="421" r:id="rId20"/>
    <p:sldId id="437" r:id="rId21"/>
    <p:sldId id="440" r:id="rId22"/>
    <p:sldId id="447" r:id="rId23"/>
    <p:sldId id="439" r:id="rId24"/>
    <p:sldId id="448" r:id="rId25"/>
    <p:sldId id="462" r:id="rId26"/>
    <p:sldId id="449" r:id="rId27"/>
    <p:sldId id="457" r:id="rId28"/>
    <p:sldId id="458" r:id="rId29"/>
    <p:sldId id="459" r:id="rId30"/>
    <p:sldId id="460" r:id="rId31"/>
    <p:sldId id="438" r:id="rId32"/>
    <p:sldId id="441" r:id="rId33"/>
    <p:sldId id="425" r:id="rId34"/>
    <p:sldId id="446" r:id="rId35"/>
    <p:sldId id="445" r:id="rId36"/>
    <p:sldId id="463" r:id="rId37"/>
    <p:sldId id="450" r:id="rId38"/>
    <p:sldId id="451" r:id="rId39"/>
    <p:sldId id="452" r:id="rId40"/>
    <p:sldId id="453" r:id="rId41"/>
    <p:sldId id="454" r:id="rId42"/>
    <p:sldId id="455" r:id="rId43"/>
    <p:sldId id="418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2F2F2"/>
    <a:srgbClr val="D9D9D9"/>
    <a:srgbClr val="163056"/>
    <a:srgbClr val="83CBEB"/>
    <a:srgbClr val="AFD0DF"/>
    <a:srgbClr val="156082"/>
    <a:srgbClr val="F1F1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51A516-37F2-4EB7-A194-87B654ED3CBD}" v="49" dt="2026-06-12T14:27:52.1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Estilo Médio 3 - Ênfas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Estilo E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525" autoAdjust="0"/>
  </p:normalViewPr>
  <p:slideViewPr>
    <p:cSldViewPr snapToGrid="0">
      <p:cViewPr varScale="1">
        <p:scale>
          <a:sx n="103" d="100"/>
          <a:sy n="103" d="100"/>
        </p:scale>
        <p:origin x="87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ALEXANDRE RAMAZZOTTE" userId="da9cca94-9105-482e-b155-cd7f190409a2" providerId="ADAL" clId="{4DBF0956-1C20-4CE2-B598-1C28127E1380}"/>
    <pc:docChg chg="undo custSel addSld delSld modSld sldOrd">
      <pc:chgData name="DANIEL ALEXANDRE RAMAZZOTTE" userId="da9cca94-9105-482e-b155-cd7f190409a2" providerId="ADAL" clId="{4DBF0956-1C20-4CE2-B598-1C28127E1380}" dt="2026-06-12T14:34:39.793" v="2972" actId="115"/>
      <pc:docMkLst>
        <pc:docMk/>
      </pc:docMkLst>
      <pc:sldChg chg="del">
        <pc:chgData name="DANIEL ALEXANDRE RAMAZZOTTE" userId="da9cca94-9105-482e-b155-cd7f190409a2" providerId="ADAL" clId="{4DBF0956-1C20-4CE2-B598-1C28127E1380}" dt="2026-06-11T16:20:55.183" v="0" actId="47"/>
        <pc:sldMkLst>
          <pc:docMk/>
          <pc:sldMk cId="3374596944" sldId="258"/>
        </pc:sldMkLst>
      </pc:sldChg>
      <pc:sldChg chg="modSp mod">
        <pc:chgData name="DANIEL ALEXANDRE RAMAZZOTTE" userId="da9cca94-9105-482e-b155-cd7f190409a2" providerId="ADAL" clId="{4DBF0956-1C20-4CE2-B598-1C28127E1380}" dt="2026-06-11T16:21:02.517" v="17" actId="20577"/>
        <pc:sldMkLst>
          <pc:docMk/>
          <pc:sldMk cId="458569887" sldId="270"/>
        </pc:sldMkLst>
        <pc:spChg chg="mod">
          <ac:chgData name="DANIEL ALEXANDRE RAMAZZOTTE" userId="da9cca94-9105-482e-b155-cd7f190409a2" providerId="ADAL" clId="{4DBF0956-1C20-4CE2-B598-1C28127E1380}" dt="2026-06-11T16:21:02.517" v="17" actId="20577"/>
          <ac:spMkLst>
            <pc:docMk/>
            <pc:sldMk cId="458569887" sldId="270"/>
            <ac:spMk id="2" creationId="{8A180C42-865C-6B97-E210-54FBBB62A150}"/>
          </ac:spMkLst>
        </pc:spChg>
      </pc:sldChg>
      <pc:sldChg chg="del">
        <pc:chgData name="DANIEL ALEXANDRE RAMAZZOTTE" userId="da9cca94-9105-482e-b155-cd7f190409a2" providerId="ADAL" clId="{4DBF0956-1C20-4CE2-B598-1C28127E1380}" dt="2026-06-11T16:23:36.143" v="71" actId="47"/>
        <pc:sldMkLst>
          <pc:docMk/>
          <pc:sldMk cId="1621429766" sldId="399"/>
        </pc:sldMkLst>
      </pc:sldChg>
      <pc:sldChg chg="ord">
        <pc:chgData name="DANIEL ALEXANDRE RAMAZZOTTE" userId="da9cca94-9105-482e-b155-cd7f190409a2" providerId="ADAL" clId="{4DBF0956-1C20-4CE2-B598-1C28127E1380}" dt="2026-06-11T16:22:44.683" v="68"/>
        <pc:sldMkLst>
          <pc:docMk/>
          <pc:sldMk cId="4050165043" sldId="402"/>
        </pc:sldMkLst>
      </pc:sldChg>
      <pc:sldChg chg="del">
        <pc:chgData name="DANIEL ALEXANDRE RAMAZZOTTE" userId="da9cca94-9105-482e-b155-cd7f190409a2" providerId="ADAL" clId="{4DBF0956-1C20-4CE2-B598-1C28127E1380}" dt="2026-06-11T16:24:29.679" v="75" actId="47"/>
        <pc:sldMkLst>
          <pc:docMk/>
          <pc:sldMk cId="404527320" sldId="404"/>
        </pc:sldMkLst>
      </pc:sldChg>
      <pc:sldChg chg="ord">
        <pc:chgData name="DANIEL ALEXANDRE RAMAZZOTTE" userId="da9cca94-9105-482e-b155-cd7f190409a2" providerId="ADAL" clId="{4DBF0956-1C20-4CE2-B598-1C28127E1380}" dt="2026-06-11T16:22:56.251" v="70"/>
        <pc:sldMkLst>
          <pc:docMk/>
          <pc:sldMk cId="1443811433" sldId="407"/>
        </pc:sldMkLst>
      </pc:sldChg>
      <pc:sldChg chg="ord">
        <pc:chgData name="DANIEL ALEXANDRE RAMAZZOTTE" userId="da9cca94-9105-482e-b155-cd7f190409a2" providerId="ADAL" clId="{4DBF0956-1C20-4CE2-B598-1C28127E1380}" dt="2026-06-11T16:22:14.638" v="60"/>
        <pc:sldMkLst>
          <pc:docMk/>
          <pc:sldMk cId="3951923848" sldId="410"/>
        </pc:sldMkLst>
      </pc:sldChg>
      <pc:sldChg chg="del">
        <pc:chgData name="DANIEL ALEXANDRE RAMAZZOTTE" userId="da9cca94-9105-482e-b155-cd7f190409a2" providerId="ADAL" clId="{4DBF0956-1C20-4CE2-B598-1C28127E1380}" dt="2026-06-11T16:24:33.964" v="76" actId="47"/>
        <pc:sldMkLst>
          <pc:docMk/>
          <pc:sldMk cId="664617425" sldId="411"/>
        </pc:sldMkLst>
      </pc:sldChg>
      <pc:sldChg chg="del">
        <pc:chgData name="DANIEL ALEXANDRE RAMAZZOTTE" userId="da9cca94-9105-482e-b155-cd7f190409a2" providerId="ADAL" clId="{4DBF0956-1C20-4CE2-B598-1C28127E1380}" dt="2026-06-11T16:24:34.651" v="77" actId="47"/>
        <pc:sldMkLst>
          <pc:docMk/>
          <pc:sldMk cId="3000009908" sldId="412"/>
        </pc:sldMkLst>
      </pc:sldChg>
      <pc:sldChg chg="del">
        <pc:chgData name="DANIEL ALEXANDRE RAMAZZOTTE" userId="da9cca94-9105-482e-b155-cd7f190409a2" providerId="ADAL" clId="{4DBF0956-1C20-4CE2-B598-1C28127E1380}" dt="2026-06-11T16:24:43.283" v="78" actId="47"/>
        <pc:sldMkLst>
          <pc:docMk/>
          <pc:sldMk cId="24492108" sldId="413"/>
        </pc:sldMkLst>
      </pc:sldChg>
      <pc:sldChg chg="modSp del mod">
        <pc:chgData name="DANIEL ALEXANDRE RAMAZZOTTE" userId="da9cca94-9105-482e-b155-cd7f190409a2" providerId="ADAL" clId="{4DBF0956-1C20-4CE2-B598-1C28127E1380}" dt="2026-06-11T16:22:20.076" v="61" actId="47"/>
        <pc:sldMkLst>
          <pc:docMk/>
          <pc:sldMk cId="2419712028" sldId="414"/>
        </pc:sldMkLst>
        <pc:spChg chg="mod">
          <ac:chgData name="DANIEL ALEXANDRE RAMAZZOTTE" userId="da9cca94-9105-482e-b155-cd7f190409a2" providerId="ADAL" clId="{4DBF0956-1C20-4CE2-B598-1C28127E1380}" dt="2026-06-11T16:21:21.612" v="58" actId="20577"/>
          <ac:spMkLst>
            <pc:docMk/>
            <pc:sldMk cId="2419712028" sldId="414"/>
            <ac:spMk id="3" creationId="{F36DAF7B-4C52-1C76-AF38-8F4BE8F7A5C5}"/>
          </ac:spMkLst>
        </pc:spChg>
      </pc:sldChg>
      <pc:sldChg chg="del">
        <pc:chgData name="DANIEL ALEXANDRE RAMAZZOTTE" userId="da9cca94-9105-482e-b155-cd7f190409a2" providerId="ADAL" clId="{4DBF0956-1C20-4CE2-B598-1C28127E1380}" dt="2026-06-11T16:22:32.087" v="64" actId="47"/>
        <pc:sldMkLst>
          <pc:docMk/>
          <pc:sldMk cId="1241049180" sldId="416"/>
        </pc:sldMkLst>
      </pc:sldChg>
      <pc:sldChg chg="del">
        <pc:chgData name="DANIEL ALEXANDRE RAMAZZOTTE" userId="da9cca94-9105-482e-b155-cd7f190409a2" providerId="ADAL" clId="{4DBF0956-1C20-4CE2-B598-1C28127E1380}" dt="2026-06-11T16:22:26.443" v="62" actId="47"/>
        <pc:sldMkLst>
          <pc:docMk/>
          <pc:sldMk cId="3198394598" sldId="417"/>
        </pc:sldMkLst>
      </pc:sldChg>
      <pc:sldChg chg="modSp mod">
        <pc:chgData name="DANIEL ALEXANDRE RAMAZZOTTE" userId="da9cca94-9105-482e-b155-cd7f190409a2" providerId="ADAL" clId="{4DBF0956-1C20-4CE2-B598-1C28127E1380}" dt="2026-06-12T14:34:39.793" v="2972" actId="115"/>
        <pc:sldMkLst>
          <pc:docMk/>
          <pc:sldMk cId="906136001" sldId="418"/>
        </pc:sldMkLst>
        <pc:spChg chg="mod">
          <ac:chgData name="DANIEL ALEXANDRE RAMAZZOTTE" userId="da9cca94-9105-482e-b155-cd7f190409a2" providerId="ADAL" clId="{4DBF0956-1C20-4CE2-B598-1C28127E1380}" dt="2026-06-12T14:34:38.799" v="2971" actId="115"/>
          <ac:spMkLst>
            <pc:docMk/>
            <pc:sldMk cId="906136001" sldId="418"/>
            <ac:spMk id="2" creationId="{1A7262ED-2F44-1E59-EC7B-A7E932267856}"/>
          </ac:spMkLst>
        </pc:spChg>
        <pc:spChg chg="mod">
          <ac:chgData name="DANIEL ALEXANDRE RAMAZZOTTE" userId="da9cca94-9105-482e-b155-cd7f190409a2" providerId="ADAL" clId="{4DBF0956-1C20-4CE2-B598-1C28127E1380}" dt="2026-06-12T14:34:39.793" v="2972" actId="115"/>
          <ac:spMkLst>
            <pc:docMk/>
            <pc:sldMk cId="906136001" sldId="418"/>
            <ac:spMk id="3" creationId="{1EA34EBA-87E9-8C32-6B89-D2909DC6FDB5}"/>
          </ac:spMkLst>
        </pc:spChg>
      </pc:sldChg>
      <pc:sldChg chg="new del">
        <pc:chgData name="DANIEL ALEXANDRE RAMAZZOTTE" userId="da9cca94-9105-482e-b155-cd7f190409a2" providerId="ADAL" clId="{4DBF0956-1C20-4CE2-B598-1C28127E1380}" dt="2026-06-11T16:25:10.512" v="80" actId="47"/>
        <pc:sldMkLst>
          <pc:docMk/>
          <pc:sldMk cId="755576303" sldId="419"/>
        </pc:sldMkLst>
      </pc:sldChg>
      <pc:sldChg chg="modSp new mod ord">
        <pc:chgData name="DANIEL ALEXANDRE RAMAZZOTTE" userId="da9cca94-9105-482e-b155-cd7f190409a2" providerId="ADAL" clId="{4DBF0956-1C20-4CE2-B598-1C28127E1380}" dt="2026-06-11T17:49:11.189" v="1914" actId="115"/>
        <pc:sldMkLst>
          <pc:docMk/>
          <pc:sldMk cId="2513574783" sldId="419"/>
        </pc:sldMkLst>
        <pc:spChg chg="mod">
          <ac:chgData name="DANIEL ALEXANDRE RAMAZZOTTE" userId="da9cca94-9105-482e-b155-cd7f190409a2" providerId="ADAL" clId="{4DBF0956-1C20-4CE2-B598-1C28127E1380}" dt="2026-06-11T16:31:14.717" v="586" actId="20577"/>
          <ac:spMkLst>
            <pc:docMk/>
            <pc:sldMk cId="2513574783" sldId="419"/>
            <ac:spMk id="2" creationId="{935815B4-EC2C-AA77-A619-BD3713F1B07B}"/>
          </ac:spMkLst>
        </pc:spChg>
        <pc:spChg chg="mod">
          <ac:chgData name="DANIEL ALEXANDRE RAMAZZOTTE" userId="da9cca94-9105-482e-b155-cd7f190409a2" providerId="ADAL" clId="{4DBF0956-1C20-4CE2-B598-1C28127E1380}" dt="2026-06-11T17:49:11.189" v="1914" actId="115"/>
          <ac:spMkLst>
            <pc:docMk/>
            <pc:sldMk cId="2513574783" sldId="419"/>
            <ac:spMk id="3" creationId="{144B7059-BB86-9377-E822-221BAD513B32}"/>
          </ac:spMkLst>
        </pc:spChg>
      </pc:sldChg>
      <pc:sldChg chg="del">
        <pc:chgData name="DANIEL ALEXANDRE RAMAZZOTTE" userId="da9cca94-9105-482e-b155-cd7f190409a2" providerId="ADAL" clId="{4DBF0956-1C20-4CE2-B598-1C28127E1380}" dt="2026-06-11T16:24:12.723" v="74" actId="47"/>
        <pc:sldMkLst>
          <pc:docMk/>
          <pc:sldMk cId="3011455512" sldId="419"/>
        </pc:sldMkLst>
      </pc:sldChg>
      <pc:sldChg chg="del">
        <pc:chgData name="DANIEL ALEXANDRE RAMAZZOTTE" userId="da9cca94-9105-482e-b155-cd7f190409a2" providerId="ADAL" clId="{4DBF0956-1C20-4CE2-B598-1C28127E1380}" dt="2026-06-11T16:23:39.393" v="72" actId="47"/>
        <pc:sldMkLst>
          <pc:docMk/>
          <pc:sldMk cId="2956105961" sldId="420"/>
        </pc:sldMkLst>
      </pc:sldChg>
      <pc:sldChg chg="modSp add mod">
        <pc:chgData name="DANIEL ALEXANDRE RAMAZZOTTE" userId="da9cca94-9105-482e-b155-cd7f190409a2" providerId="ADAL" clId="{4DBF0956-1C20-4CE2-B598-1C28127E1380}" dt="2026-06-11T16:30:06.994" v="541" actId="20577"/>
        <pc:sldMkLst>
          <pc:docMk/>
          <pc:sldMk cId="3339084275" sldId="420"/>
        </pc:sldMkLst>
        <pc:spChg chg="mod">
          <ac:chgData name="DANIEL ALEXANDRE RAMAZZOTTE" userId="da9cca94-9105-482e-b155-cd7f190409a2" providerId="ADAL" clId="{4DBF0956-1C20-4CE2-B598-1C28127E1380}" dt="2026-06-11T16:30:06.994" v="541" actId="20577"/>
          <ac:spMkLst>
            <pc:docMk/>
            <pc:sldMk cId="3339084275" sldId="420"/>
            <ac:spMk id="3" creationId="{9A0A699E-C5E9-0DCD-9FB3-E8D60FA23676}"/>
          </ac:spMkLst>
        </pc:spChg>
      </pc:sldChg>
      <pc:sldChg chg="modSp add mod">
        <pc:chgData name="DANIEL ALEXANDRE RAMAZZOTTE" userId="da9cca94-9105-482e-b155-cd7f190409a2" providerId="ADAL" clId="{4DBF0956-1C20-4CE2-B598-1C28127E1380}" dt="2026-06-11T16:30:14.901" v="547" actId="20577"/>
        <pc:sldMkLst>
          <pc:docMk/>
          <pc:sldMk cId="259035526" sldId="421"/>
        </pc:sldMkLst>
        <pc:spChg chg="mod">
          <ac:chgData name="DANIEL ALEXANDRE RAMAZZOTTE" userId="da9cca94-9105-482e-b155-cd7f190409a2" providerId="ADAL" clId="{4DBF0956-1C20-4CE2-B598-1C28127E1380}" dt="2026-06-11T16:30:14.901" v="547" actId="20577"/>
          <ac:spMkLst>
            <pc:docMk/>
            <pc:sldMk cId="259035526" sldId="421"/>
            <ac:spMk id="3" creationId="{EE4B7E52-ED4E-244B-7BC3-56504D6B4EBC}"/>
          </ac:spMkLst>
        </pc:spChg>
      </pc:sldChg>
      <pc:sldChg chg="del">
        <pc:chgData name="DANIEL ALEXANDRE RAMAZZOTTE" userId="da9cca94-9105-482e-b155-cd7f190409a2" providerId="ADAL" clId="{4DBF0956-1C20-4CE2-B598-1C28127E1380}" dt="2026-06-11T16:23:40.848" v="73" actId="47"/>
        <pc:sldMkLst>
          <pc:docMk/>
          <pc:sldMk cId="1903210242" sldId="421"/>
        </pc:sldMkLst>
      </pc:sldChg>
      <pc:sldChg chg="addSp delSp modSp add del mod ord modClrScheme chgLayout">
        <pc:chgData name="DANIEL ALEXANDRE RAMAZZOTTE" userId="da9cca94-9105-482e-b155-cd7f190409a2" providerId="ADAL" clId="{4DBF0956-1C20-4CE2-B598-1C28127E1380}" dt="2026-06-11T18:26:22.758" v="2015" actId="47"/>
        <pc:sldMkLst>
          <pc:docMk/>
          <pc:sldMk cId="289734510" sldId="422"/>
        </pc:sldMkLst>
        <pc:spChg chg="del">
          <ac:chgData name="DANIEL ALEXANDRE RAMAZZOTTE" userId="da9cca94-9105-482e-b155-cd7f190409a2" providerId="ADAL" clId="{4DBF0956-1C20-4CE2-B598-1C28127E1380}" dt="2026-06-11T18:22:04.238" v="1992" actId="26606"/>
          <ac:spMkLst>
            <pc:docMk/>
            <pc:sldMk cId="289734510" sldId="422"/>
            <ac:spMk id="2" creationId="{7B6DBB6C-33F7-5404-AE98-1A97AB0B5AAF}"/>
          </ac:spMkLst>
        </pc:spChg>
        <pc:spChg chg="del">
          <ac:chgData name="DANIEL ALEXANDRE RAMAZZOTTE" userId="da9cca94-9105-482e-b155-cd7f190409a2" providerId="ADAL" clId="{4DBF0956-1C20-4CE2-B598-1C28127E1380}" dt="2026-06-11T18:22:00.203" v="1990"/>
          <ac:spMkLst>
            <pc:docMk/>
            <pc:sldMk cId="289734510" sldId="422"/>
            <ac:spMk id="3" creationId="{F6358971-5894-488D-9F02-263E367BEDAD}"/>
          </ac:spMkLst>
        </pc:spChg>
        <pc:spChg chg="del">
          <ac:chgData name="DANIEL ALEXANDRE RAMAZZOTTE" userId="da9cca94-9105-482e-b155-cd7f190409a2" providerId="ADAL" clId="{4DBF0956-1C20-4CE2-B598-1C28127E1380}" dt="2026-06-11T18:22:04.238" v="1992" actId="26606"/>
          <ac:spMkLst>
            <pc:docMk/>
            <pc:sldMk cId="289734510" sldId="422"/>
            <ac:spMk id="4" creationId="{C5663DEA-DBCE-53D6-36D1-8C1AF57FF213}"/>
          </ac:spMkLst>
        </pc:spChg>
        <pc:spChg chg="add del mod">
          <ac:chgData name="DANIEL ALEXANDRE RAMAZZOTTE" userId="da9cca94-9105-482e-b155-cd7f190409a2" providerId="ADAL" clId="{4DBF0956-1C20-4CE2-B598-1C28127E1380}" dt="2026-06-11T18:26:04.582" v="2013"/>
          <ac:spMkLst>
            <pc:docMk/>
            <pc:sldMk cId="289734510" sldId="422"/>
            <ac:spMk id="7" creationId="{DAA7F16E-D0D4-FCA0-2392-C2C619C952A3}"/>
          </ac:spMkLst>
        </pc:spChg>
        <pc:spChg chg="add del">
          <ac:chgData name="DANIEL ALEXANDRE RAMAZZOTTE" userId="da9cca94-9105-482e-b155-cd7f190409a2" providerId="ADAL" clId="{4DBF0956-1C20-4CE2-B598-1C28127E1380}" dt="2026-06-11T18:23:56.930" v="1994" actId="26606"/>
          <ac:spMkLst>
            <pc:docMk/>
            <pc:sldMk cId="289734510" sldId="422"/>
            <ac:spMk id="10" creationId="{5EEC8E3C-1717-E24A-6BDB-7369F820EAAA}"/>
          </ac:spMkLst>
        </pc:spChg>
        <pc:spChg chg="add mod">
          <ac:chgData name="DANIEL ALEXANDRE RAMAZZOTTE" userId="da9cca94-9105-482e-b155-cd7f190409a2" providerId="ADAL" clId="{4DBF0956-1C20-4CE2-B598-1C28127E1380}" dt="2026-06-11T18:26:11.161" v="2014" actId="478"/>
          <ac:spMkLst>
            <pc:docMk/>
            <pc:sldMk cId="289734510" sldId="422"/>
            <ac:spMk id="11" creationId="{92F6D5AE-C453-7B9E-5687-20D70CC2D710}"/>
          </ac:spMkLst>
        </pc:spChg>
        <pc:spChg chg="add del">
          <ac:chgData name="DANIEL ALEXANDRE RAMAZZOTTE" userId="da9cca94-9105-482e-b155-cd7f190409a2" providerId="ADAL" clId="{4DBF0956-1C20-4CE2-B598-1C28127E1380}" dt="2026-06-11T18:23:56.930" v="1994" actId="26606"/>
          <ac:spMkLst>
            <pc:docMk/>
            <pc:sldMk cId="289734510" sldId="422"/>
            <ac:spMk id="12" creationId="{3AE38A1D-6062-2114-317C-6109107ECAB9}"/>
          </ac:spMkLst>
        </pc:spChg>
        <pc:spChg chg="add mod">
          <ac:chgData name="DANIEL ALEXANDRE RAMAZZOTTE" userId="da9cca94-9105-482e-b155-cd7f190409a2" providerId="ADAL" clId="{4DBF0956-1C20-4CE2-B598-1C28127E1380}" dt="2026-06-11T18:23:56.930" v="1994" actId="26606"/>
          <ac:spMkLst>
            <pc:docMk/>
            <pc:sldMk cId="289734510" sldId="422"/>
            <ac:spMk id="17" creationId="{C3921FF5-202B-2B1B-4B9E-62EA6C9408A6}"/>
          </ac:spMkLst>
        </pc:spChg>
        <pc:graphicFrameChg chg="add del mod modGraphic">
          <ac:chgData name="DANIEL ALEXANDRE RAMAZZOTTE" userId="da9cca94-9105-482e-b155-cd7f190409a2" providerId="ADAL" clId="{4DBF0956-1C20-4CE2-B598-1C28127E1380}" dt="2026-06-11T18:25:47.776" v="2012" actId="478"/>
          <ac:graphicFrameMkLst>
            <pc:docMk/>
            <pc:sldMk cId="289734510" sldId="422"/>
            <ac:graphicFrameMk id="5" creationId="{D335EBF3-2971-C79E-C640-B807F01ECC83}"/>
          </ac:graphicFrameMkLst>
        </pc:graphicFrameChg>
        <pc:graphicFrameChg chg="add del mod">
          <ac:chgData name="DANIEL ALEXANDRE RAMAZZOTTE" userId="da9cca94-9105-482e-b155-cd7f190409a2" providerId="ADAL" clId="{4DBF0956-1C20-4CE2-B598-1C28127E1380}" dt="2026-06-11T18:26:11.161" v="2014" actId="478"/>
          <ac:graphicFrameMkLst>
            <pc:docMk/>
            <pc:sldMk cId="289734510" sldId="422"/>
            <ac:graphicFrameMk id="8" creationId="{EF047647-21DF-4A94-E07E-696F14B67966}"/>
          </ac:graphicFrameMkLst>
        </pc:graphicFrameChg>
      </pc:sldChg>
      <pc:sldChg chg="del">
        <pc:chgData name="DANIEL ALEXANDRE RAMAZZOTTE" userId="da9cca94-9105-482e-b155-cd7f190409a2" providerId="ADAL" clId="{4DBF0956-1C20-4CE2-B598-1C28127E1380}" dt="2026-06-11T16:22:33.165" v="65" actId="47"/>
        <pc:sldMkLst>
          <pc:docMk/>
          <pc:sldMk cId="3330515954" sldId="422"/>
        </pc:sldMkLst>
      </pc:sldChg>
      <pc:sldChg chg="del">
        <pc:chgData name="DANIEL ALEXANDRE RAMAZZOTTE" userId="da9cca94-9105-482e-b155-cd7f190409a2" providerId="ADAL" clId="{4DBF0956-1C20-4CE2-B598-1C28127E1380}" dt="2026-06-11T16:22:27.254" v="63" actId="47"/>
        <pc:sldMkLst>
          <pc:docMk/>
          <pc:sldMk cId="1785696163" sldId="423"/>
        </pc:sldMkLst>
      </pc:sldChg>
      <pc:sldChg chg="addSp modSp add mod ord">
        <pc:chgData name="DANIEL ALEXANDRE RAMAZZOTTE" userId="da9cca94-9105-482e-b155-cd7f190409a2" providerId="ADAL" clId="{4DBF0956-1C20-4CE2-B598-1C28127E1380}" dt="2026-06-11T18:04:47.928" v="1976" actId="1076"/>
        <pc:sldMkLst>
          <pc:docMk/>
          <pc:sldMk cId="2620604579" sldId="423"/>
        </pc:sldMkLst>
        <pc:spChg chg="mod">
          <ac:chgData name="DANIEL ALEXANDRE RAMAZZOTTE" userId="da9cca94-9105-482e-b155-cd7f190409a2" providerId="ADAL" clId="{4DBF0956-1C20-4CE2-B598-1C28127E1380}" dt="2026-06-11T17:50:01.281" v="1951" actId="20577"/>
          <ac:spMkLst>
            <pc:docMk/>
            <pc:sldMk cId="2620604579" sldId="423"/>
            <ac:spMk id="2" creationId="{E042E27B-57DC-56C7-2DF2-4EBC970799D7}"/>
          </ac:spMkLst>
        </pc:spChg>
        <pc:spChg chg="mod">
          <ac:chgData name="DANIEL ALEXANDRE RAMAZZOTTE" userId="da9cca94-9105-482e-b155-cd7f190409a2" providerId="ADAL" clId="{4DBF0956-1C20-4CE2-B598-1C28127E1380}" dt="2026-06-11T17:50:39.327" v="1954" actId="5793"/>
          <ac:spMkLst>
            <pc:docMk/>
            <pc:sldMk cId="2620604579" sldId="423"/>
            <ac:spMk id="3" creationId="{5D87699C-AEF6-16C5-E0D6-4C031FDBB05A}"/>
          </ac:spMkLst>
        </pc:spChg>
        <pc:picChg chg="add mod">
          <ac:chgData name="DANIEL ALEXANDRE RAMAZZOTTE" userId="da9cca94-9105-482e-b155-cd7f190409a2" providerId="ADAL" clId="{4DBF0956-1C20-4CE2-B598-1C28127E1380}" dt="2026-06-11T18:04:47.928" v="1976" actId="1076"/>
          <ac:picMkLst>
            <pc:docMk/>
            <pc:sldMk cId="2620604579" sldId="423"/>
            <ac:picMk id="6" creationId="{EC4F448E-4716-801F-DA50-A587F633ECBD}"/>
          </ac:picMkLst>
        </pc:picChg>
      </pc:sldChg>
      <pc:sldChg chg="del">
        <pc:chgData name="DANIEL ALEXANDRE RAMAZZOTTE" userId="da9cca94-9105-482e-b155-cd7f190409a2" providerId="ADAL" clId="{4DBF0956-1C20-4CE2-B598-1C28127E1380}" dt="2026-06-11T16:22:34.076" v="66" actId="47"/>
        <pc:sldMkLst>
          <pc:docMk/>
          <pc:sldMk cId="1072953449" sldId="424"/>
        </pc:sldMkLst>
      </pc:sldChg>
      <pc:sldChg chg="addSp delSp modSp add mod ord modClrScheme chgLayout">
        <pc:chgData name="DANIEL ALEXANDRE RAMAZZOTTE" userId="da9cca94-9105-482e-b155-cd7f190409a2" providerId="ADAL" clId="{4DBF0956-1C20-4CE2-B598-1C28127E1380}" dt="2026-06-12T13:35:22.830" v="2569" actId="1076"/>
        <pc:sldMkLst>
          <pc:docMk/>
          <pc:sldMk cId="3784344628" sldId="424"/>
        </pc:sldMkLst>
        <pc:spChg chg="mod">
          <ac:chgData name="DANIEL ALEXANDRE RAMAZZOTTE" userId="da9cca94-9105-482e-b155-cd7f190409a2" providerId="ADAL" clId="{4DBF0956-1C20-4CE2-B598-1C28127E1380}" dt="2026-06-11T18:25:35.393" v="2007" actId="26606"/>
          <ac:spMkLst>
            <pc:docMk/>
            <pc:sldMk cId="3784344628" sldId="424"/>
            <ac:spMk id="2" creationId="{7AD22D69-67AA-F640-A123-B7743FEEAB05}"/>
          </ac:spMkLst>
        </pc:spChg>
        <pc:spChg chg="mod">
          <ac:chgData name="DANIEL ALEXANDRE RAMAZZOTTE" userId="da9cca94-9105-482e-b155-cd7f190409a2" providerId="ADAL" clId="{4DBF0956-1C20-4CE2-B598-1C28127E1380}" dt="2026-06-11T18:25:35.393" v="2007" actId="26606"/>
          <ac:spMkLst>
            <pc:docMk/>
            <pc:sldMk cId="3784344628" sldId="424"/>
            <ac:spMk id="3" creationId="{B72A7EF8-66A6-72CA-6DDF-89817150A927}"/>
          </ac:spMkLst>
        </pc:spChg>
        <pc:spChg chg="add del">
          <ac:chgData name="DANIEL ALEXANDRE RAMAZZOTTE" userId="da9cca94-9105-482e-b155-cd7f190409a2" providerId="ADAL" clId="{4DBF0956-1C20-4CE2-B598-1C28127E1380}" dt="2026-06-11T18:03:37.984" v="1962" actId="26606"/>
          <ac:spMkLst>
            <pc:docMk/>
            <pc:sldMk cId="3784344628" sldId="424"/>
            <ac:spMk id="4" creationId="{F7AD15CF-C8E1-FD50-D4AE-CCE57533148F}"/>
          </ac:spMkLst>
        </pc:spChg>
        <pc:spChg chg="add del mod">
          <ac:chgData name="DANIEL ALEXANDRE RAMAZZOTTE" userId="da9cca94-9105-482e-b155-cd7f190409a2" providerId="ADAL" clId="{4DBF0956-1C20-4CE2-B598-1C28127E1380}" dt="2026-06-11T18:03:37.806" v="1961" actId="26606"/>
          <ac:spMkLst>
            <pc:docMk/>
            <pc:sldMk cId="3784344628" sldId="424"/>
            <ac:spMk id="10" creationId="{57C32592-6B63-6783-FDB6-C3FD00EB59EC}"/>
          </ac:spMkLst>
        </pc:spChg>
        <pc:spChg chg="add del mod">
          <ac:chgData name="DANIEL ALEXANDRE RAMAZZOTTE" userId="da9cca94-9105-482e-b155-cd7f190409a2" providerId="ADAL" clId="{4DBF0956-1C20-4CE2-B598-1C28127E1380}" dt="2026-06-11T18:03:37.806" v="1961" actId="26606"/>
          <ac:spMkLst>
            <pc:docMk/>
            <pc:sldMk cId="3784344628" sldId="424"/>
            <ac:spMk id="12" creationId="{322D7BFD-95F4-0A05-C4FE-4657A5681F97}"/>
          </ac:spMkLst>
        </pc:spChg>
        <pc:spChg chg="add del mod">
          <ac:chgData name="DANIEL ALEXANDRE RAMAZZOTTE" userId="da9cca94-9105-482e-b155-cd7f190409a2" providerId="ADAL" clId="{4DBF0956-1C20-4CE2-B598-1C28127E1380}" dt="2026-06-11T18:11:09.375" v="1977" actId="26606"/>
          <ac:spMkLst>
            <pc:docMk/>
            <pc:sldMk cId="3784344628" sldId="424"/>
            <ac:spMk id="14" creationId="{F9EDCE64-E00A-4DA5-B27E-ED8792976430}"/>
          </ac:spMkLst>
        </pc:spChg>
        <pc:spChg chg="add del mod">
          <ac:chgData name="DANIEL ALEXANDRE RAMAZZOTTE" userId="da9cca94-9105-482e-b155-cd7f190409a2" providerId="ADAL" clId="{4DBF0956-1C20-4CE2-B598-1C28127E1380}" dt="2026-06-11T18:03:41.898" v="1963" actId="478"/>
          <ac:spMkLst>
            <pc:docMk/>
            <pc:sldMk cId="3784344628" sldId="424"/>
            <ac:spMk id="15" creationId="{BE2E8FE6-7923-5A25-0F5C-5F6AD9C12805}"/>
          </ac:spMkLst>
        </pc:spChg>
        <pc:spChg chg="add del mod">
          <ac:chgData name="DANIEL ALEXANDRE RAMAZZOTTE" userId="da9cca94-9105-482e-b155-cd7f190409a2" providerId="ADAL" clId="{4DBF0956-1C20-4CE2-B598-1C28127E1380}" dt="2026-06-11T18:25:36.884" v="2010" actId="26606"/>
          <ac:spMkLst>
            <pc:docMk/>
            <pc:sldMk cId="3784344628" sldId="424"/>
            <ac:spMk id="19" creationId="{40DDE616-6CE8-1E98-A5D8-862093D24A6D}"/>
          </ac:spMkLst>
        </pc:spChg>
        <pc:spChg chg="add del mod">
          <ac:chgData name="DANIEL ALEXANDRE RAMAZZOTTE" userId="da9cca94-9105-482e-b155-cd7f190409a2" providerId="ADAL" clId="{4DBF0956-1C20-4CE2-B598-1C28127E1380}" dt="2026-06-11T18:11:25.980" v="1980" actId="478"/>
          <ac:spMkLst>
            <pc:docMk/>
            <pc:sldMk cId="3784344628" sldId="424"/>
            <ac:spMk id="21" creationId="{3EC975DD-BDF6-F8DD-EB4F-DDFB5FD491CE}"/>
          </ac:spMkLst>
        </pc:spChg>
        <pc:spChg chg="add del">
          <ac:chgData name="DANIEL ALEXANDRE RAMAZZOTTE" userId="da9cca94-9105-482e-b155-cd7f190409a2" providerId="ADAL" clId="{4DBF0956-1C20-4CE2-B598-1C28127E1380}" dt="2026-06-11T18:25:27.427" v="1999" actId="26606"/>
          <ac:spMkLst>
            <pc:docMk/>
            <pc:sldMk cId="3784344628" sldId="424"/>
            <ac:spMk id="24" creationId="{CCE43A84-7EB2-D6D3-1131-C6F913448F7D}"/>
          </ac:spMkLst>
        </pc:spChg>
        <pc:spChg chg="add del">
          <ac:chgData name="DANIEL ALEXANDRE RAMAZZOTTE" userId="da9cca94-9105-482e-b155-cd7f190409a2" providerId="ADAL" clId="{4DBF0956-1C20-4CE2-B598-1C28127E1380}" dt="2026-06-11T18:25:27.427" v="1999" actId="26606"/>
          <ac:spMkLst>
            <pc:docMk/>
            <pc:sldMk cId="3784344628" sldId="424"/>
            <ac:spMk id="26" creationId="{2FACA1AC-FE13-C1C9-40DC-9FE092C3226E}"/>
          </ac:spMkLst>
        </pc:spChg>
        <pc:spChg chg="add del">
          <ac:chgData name="DANIEL ALEXANDRE RAMAZZOTTE" userId="da9cca94-9105-482e-b155-cd7f190409a2" providerId="ADAL" clId="{4DBF0956-1C20-4CE2-B598-1C28127E1380}" dt="2026-06-11T18:25:30.812" v="2001" actId="26606"/>
          <ac:spMkLst>
            <pc:docMk/>
            <pc:sldMk cId="3784344628" sldId="424"/>
            <ac:spMk id="28" creationId="{C6BABAF3-0CCD-E534-83D9-9478B40C3CD1}"/>
          </ac:spMkLst>
        </pc:spChg>
        <pc:spChg chg="add del">
          <ac:chgData name="DANIEL ALEXANDRE RAMAZZOTTE" userId="da9cca94-9105-482e-b155-cd7f190409a2" providerId="ADAL" clId="{4DBF0956-1C20-4CE2-B598-1C28127E1380}" dt="2026-06-11T18:25:30.812" v="2001" actId="26606"/>
          <ac:spMkLst>
            <pc:docMk/>
            <pc:sldMk cId="3784344628" sldId="424"/>
            <ac:spMk id="29" creationId="{7BB32242-1A7F-ECDB-EA45-2DC038E4B778}"/>
          </ac:spMkLst>
        </pc:spChg>
        <pc:spChg chg="add del mod">
          <ac:chgData name="DANIEL ALEXANDRE RAMAZZOTTE" userId="da9cca94-9105-482e-b155-cd7f190409a2" providerId="ADAL" clId="{4DBF0956-1C20-4CE2-B598-1C28127E1380}" dt="2026-06-11T18:25:32.549" v="2003" actId="26606"/>
          <ac:spMkLst>
            <pc:docMk/>
            <pc:sldMk cId="3784344628" sldId="424"/>
            <ac:spMk id="31" creationId="{0EB132F1-F0CA-AE64-6E4D-0943B6D7A25C}"/>
          </ac:spMkLst>
        </pc:spChg>
        <pc:spChg chg="add del mod">
          <ac:chgData name="DANIEL ALEXANDRE RAMAZZOTTE" userId="da9cca94-9105-482e-b155-cd7f190409a2" providerId="ADAL" clId="{4DBF0956-1C20-4CE2-B598-1C28127E1380}" dt="2026-06-11T18:25:32.549" v="2003" actId="26606"/>
          <ac:spMkLst>
            <pc:docMk/>
            <pc:sldMk cId="3784344628" sldId="424"/>
            <ac:spMk id="32" creationId="{A5D2FFB9-9AAD-41AA-61D9-025DCA4C0EBB}"/>
          </ac:spMkLst>
        </pc:spChg>
        <pc:spChg chg="add del mod">
          <ac:chgData name="DANIEL ALEXANDRE RAMAZZOTTE" userId="da9cca94-9105-482e-b155-cd7f190409a2" providerId="ADAL" clId="{4DBF0956-1C20-4CE2-B598-1C28127E1380}" dt="2026-06-11T18:25:33.694" v="2005" actId="26606"/>
          <ac:spMkLst>
            <pc:docMk/>
            <pc:sldMk cId="3784344628" sldId="424"/>
            <ac:spMk id="34" creationId="{999F43A0-E9E2-B2FC-6BEA-4C7EBA67D22B}"/>
          </ac:spMkLst>
        </pc:spChg>
        <pc:spChg chg="add del mod">
          <ac:chgData name="DANIEL ALEXANDRE RAMAZZOTTE" userId="da9cca94-9105-482e-b155-cd7f190409a2" providerId="ADAL" clId="{4DBF0956-1C20-4CE2-B598-1C28127E1380}" dt="2026-06-11T18:25:33.694" v="2005" actId="26606"/>
          <ac:spMkLst>
            <pc:docMk/>
            <pc:sldMk cId="3784344628" sldId="424"/>
            <ac:spMk id="35" creationId="{D3D3E27A-B34B-D4A0-3735-8E7BD41BAB1C}"/>
          </ac:spMkLst>
        </pc:spChg>
        <pc:spChg chg="add del mod">
          <ac:chgData name="DANIEL ALEXANDRE RAMAZZOTTE" userId="da9cca94-9105-482e-b155-cd7f190409a2" providerId="ADAL" clId="{4DBF0956-1C20-4CE2-B598-1C28127E1380}" dt="2026-06-11T18:25:35.393" v="2007" actId="26606"/>
          <ac:spMkLst>
            <pc:docMk/>
            <pc:sldMk cId="3784344628" sldId="424"/>
            <ac:spMk id="37" creationId="{163CE079-5603-2C49-2892-A71BC4BDF0CB}"/>
          </ac:spMkLst>
        </pc:spChg>
        <pc:spChg chg="add del mod">
          <ac:chgData name="DANIEL ALEXANDRE RAMAZZOTTE" userId="da9cca94-9105-482e-b155-cd7f190409a2" providerId="ADAL" clId="{4DBF0956-1C20-4CE2-B598-1C28127E1380}" dt="2026-06-11T18:25:35.393" v="2007" actId="26606"/>
          <ac:spMkLst>
            <pc:docMk/>
            <pc:sldMk cId="3784344628" sldId="424"/>
            <ac:spMk id="38" creationId="{940FE1F3-86BE-C6DD-F772-9226359BE3A8}"/>
          </ac:spMkLst>
        </pc:spChg>
        <pc:spChg chg="add del">
          <ac:chgData name="DANIEL ALEXANDRE RAMAZZOTTE" userId="da9cca94-9105-482e-b155-cd7f190409a2" providerId="ADAL" clId="{4DBF0956-1C20-4CE2-B598-1C28127E1380}" dt="2026-06-11T18:25:36.734" v="2009" actId="26606"/>
          <ac:spMkLst>
            <pc:docMk/>
            <pc:sldMk cId="3784344628" sldId="424"/>
            <ac:spMk id="40" creationId="{F85E5A6B-FDF7-A759-FB25-020AD021747C}"/>
          </ac:spMkLst>
        </pc:spChg>
        <pc:spChg chg="add del">
          <ac:chgData name="DANIEL ALEXANDRE RAMAZZOTTE" userId="da9cca94-9105-482e-b155-cd7f190409a2" providerId="ADAL" clId="{4DBF0956-1C20-4CE2-B598-1C28127E1380}" dt="2026-06-11T18:25:36.734" v="2009" actId="26606"/>
          <ac:spMkLst>
            <pc:docMk/>
            <pc:sldMk cId="3784344628" sldId="424"/>
            <ac:spMk id="41" creationId="{AF2F3117-AA1D-FD3B-428D-52CF64B7EA0D}"/>
          </ac:spMkLst>
        </pc:spChg>
        <pc:spChg chg="add del">
          <ac:chgData name="DANIEL ALEXANDRE RAMAZZOTTE" userId="da9cca94-9105-482e-b155-cd7f190409a2" providerId="ADAL" clId="{4DBF0956-1C20-4CE2-B598-1C28127E1380}" dt="2026-06-11T18:27:00.327" v="2033" actId="478"/>
          <ac:spMkLst>
            <pc:docMk/>
            <pc:sldMk cId="3784344628" sldId="424"/>
            <ac:spMk id="43" creationId="{CCE43A84-7EB2-D6D3-1131-C6F913448F7D}"/>
          </ac:spMkLst>
        </pc:spChg>
        <pc:spChg chg="add">
          <ac:chgData name="DANIEL ALEXANDRE RAMAZZOTTE" userId="da9cca94-9105-482e-b155-cd7f190409a2" providerId="ADAL" clId="{4DBF0956-1C20-4CE2-B598-1C28127E1380}" dt="2026-06-11T18:25:36.884" v="2010" actId="26606"/>
          <ac:spMkLst>
            <pc:docMk/>
            <pc:sldMk cId="3784344628" sldId="424"/>
            <ac:spMk id="44" creationId="{2FACA1AC-FE13-C1C9-40DC-9FE092C3226E}"/>
          </ac:spMkLst>
        </pc:spChg>
        <pc:graphicFrameChg chg="add del mod modGraphic">
          <ac:chgData name="DANIEL ALEXANDRE RAMAZZOTTE" userId="da9cca94-9105-482e-b155-cd7f190409a2" providerId="ADAL" clId="{4DBF0956-1C20-4CE2-B598-1C28127E1380}" dt="2026-06-11T18:03:58.263" v="1968" actId="478"/>
          <ac:graphicFrameMkLst>
            <pc:docMk/>
            <pc:sldMk cId="3784344628" sldId="424"/>
            <ac:graphicFrameMk id="5" creationId="{940D0766-63E6-73A4-C525-0C84497F540A}"/>
          </ac:graphicFrameMkLst>
        </pc:graphicFrameChg>
        <pc:graphicFrameChg chg="add mod modGraphic">
          <ac:chgData name="DANIEL ALEXANDRE RAMAZZOTTE" userId="da9cca94-9105-482e-b155-cd7f190409a2" providerId="ADAL" clId="{4DBF0956-1C20-4CE2-B598-1C28127E1380}" dt="2026-06-12T13:35:22.830" v="2569" actId="1076"/>
          <ac:graphicFrameMkLst>
            <pc:docMk/>
            <pc:sldMk cId="3784344628" sldId="424"/>
            <ac:graphicFrameMk id="7" creationId="{B5273D99-C07F-E2AD-A333-AFC6FDE428C3}"/>
          </ac:graphicFrameMkLst>
        </pc:graphicFrameChg>
        <pc:picChg chg="del">
          <ac:chgData name="DANIEL ALEXANDRE RAMAZZOTTE" userId="da9cca94-9105-482e-b155-cd7f190409a2" providerId="ADAL" clId="{4DBF0956-1C20-4CE2-B598-1C28127E1380}" dt="2026-06-11T17:55:26.642" v="1958" actId="478"/>
          <ac:picMkLst>
            <pc:docMk/>
            <pc:sldMk cId="3784344628" sldId="424"/>
            <ac:picMk id="6" creationId="{04F1FE1C-1452-D045-C3D4-E59189E6A4DC}"/>
          </ac:picMkLst>
        </pc:picChg>
      </pc:sldChg>
      <pc:sldChg chg="addSp delSp modSp add mod">
        <pc:chgData name="DANIEL ALEXANDRE RAMAZZOTTE" userId="da9cca94-9105-482e-b155-cd7f190409a2" providerId="ADAL" clId="{4DBF0956-1C20-4CE2-B598-1C28127E1380}" dt="2026-06-12T13:44:47.152" v="2582" actId="14100"/>
        <pc:sldMkLst>
          <pc:docMk/>
          <pc:sldMk cId="3877714211" sldId="425"/>
        </pc:sldMkLst>
        <pc:spChg chg="add del mod">
          <ac:chgData name="DANIEL ALEXANDRE RAMAZZOTTE" userId="da9cca94-9105-482e-b155-cd7f190409a2" providerId="ADAL" clId="{4DBF0956-1C20-4CE2-B598-1C28127E1380}" dt="2026-06-11T18:24:33.586" v="1997" actId="22"/>
          <ac:spMkLst>
            <pc:docMk/>
            <pc:sldMk cId="3877714211" sldId="425"/>
            <ac:spMk id="3" creationId="{ED53C8E0-8827-86D0-E20C-F4CE76040BCD}"/>
          </ac:spMkLst>
        </pc:spChg>
        <pc:spChg chg="add mod">
          <ac:chgData name="DANIEL ALEXANDRE RAMAZZOTTE" userId="da9cca94-9105-482e-b155-cd7f190409a2" providerId="ADAL" clId="{4DBF0956-1C20-4CE2-B598-1C28127E1380}" dt="2026-06-11T18:29:26.191" v="2039" actId="478"/>
          <ac:spMkLst>
            <pc:docMk/>
            <pc:sldMk cId="3877714211" sldId="425"/>
            <ac:spMk id="8" creationId="{C17C6FAF-A1C1-1EC2-4CB4-5931AB5BECA8}"/>
          </ac:spMkLst>
        </pc:spChg>
        <pc:graphicFrameChg chg="del">
          <ac:chgData name="DANIEL ALEXANDRE RAMAZZOTTE" userId="da9cca94-9105-482e-b155-cd7f190409a2" providerId="ADAL" clId="{4DBF0956-1C20-4CE2-B598-1C28127E1380}" dt="2026-06-11T18:24:32.613" v="1996" actId="478"/>
          <ac:graphicFrameMkLst>
            <pc:docMk/>
            <pc:sldMk cId="3877714211" sldId="425"/>
            <ac:graphicFrameMk id="5" creationId="{18563F4A-7C06-F66E-2397-909B4DAC2047}"/>
          </ac:graphicFrameMkLst>
        </pc:graphicFrameChg>
        <pc:picChg chg="add del mod ord">
          <ac:chgData name="DANIEL ALEXANDRE RAMAZZOTTE" userId="da9cca94-9105-482e-b155-cd7f190409a2" providerId="ADAL" clId="{4DBF0956-1C20-4CE2-B598-1C28127E1380}" dt="2026-06-11T18:29:26.191" v="2039" actId="478"/>
          <ac:picMkLst>
            <pc:docMk/>
            <pc:sldMk cId="3877714211" sldId="425"/>
            <ac:picMk id="6" creationId="{49738A17-5F53-5131-95A9-A64251AC0778}"/>
          </ac:picMkLst>
        </pc:picChg>
        <pc:picChg chg="add mod">
          <ac:chgData name="DANIEL ALEXANDRE RAMAZZOTTE" userId="da9cca94-9105-482e-b155-cd7f190409a2" providerId="ADAL" clId="{4DBF0956-1C20-4CE2-B598-1C28127E1380}" dt="2026-06-12T13:44:47.152" v="2582" actId="14100"/>
          <ac:picMkLst>
            <pc:docMk/>
            <pc:sldMk cId="3877714211" sldId="425"/>
            <ac:picMk id="10" creationId="{D96E1F45-F139-0A5A-228E-5848E11DDD3F}"/>
          </ac:picMkLst>
        </pc:picChg>
      </pc:sldChg>
      <pc:sldChg chg="new del">
        <pc:chgData name="DANIEL ALEXANDRE RAMAZZOTTE" userId="da9cca94-9105-482e-b155-cd7f190409a2" providerId="ADAL" clId="{4DBF0956-1C20-4CE2-B598-1C28127E1380}" dt="2026-06-11T18:26:34.808" v="2021" actId="47"/>
        <pc:sldMkLst>
          <pc:docMk/>
          <pc:sldMk cId="2371154126" sldId="426"/>
        </pc:sldMkLst>
      </pc:sldChg>
      <pc:sldChg chg="addSp delSp modSp new del mod ord">
        <pc:chgData name="DANIEL ALEXANDRE RAMAZZOTTE" userId="da9cca94-9105-482e-b155-cd7f190409a2" providerId="ADAL" clId="{4DBF0956-1C20-4CE2-B598-1C28127E1380}" dt="2026-06-12T12:20:59.336" v="2456" actId="2696"/>
        <pc:sldMkLst>
          <pc:docMk/>
          <pc:sldMk cId="1534704231" sldId="427"/>
        </pc:sldMkLst>
        <pc:spChg chg="del">
          <ac:chgData name="DANIEL ALEXANDRE RAMAZZOTTE" userId="da9cca94-9105-482e-b155-cd7f190409a2" providerId="ADAL" clId="{4DBF0956-1C20-4CE2-B598-1C28127E1380}" dt="2026-06-11T18:26:32.502" v="2020"/>
          <ac:spMkLst>
            <pc:docMk/>
            <pc:sldMk cId="1534704231" sldId="427"/>
            <ac:spMk id="3" creationId="{A0FAB5D4-051B-0D22-36A6-2A55F80439AA}"/>
          </ac:spMkLst>
        </pc:spChg>
        <pc:spChg chg="add del mod">
          <ac:chgData name="DANIEL ALEXANDRE RAMAZZOTTE" userId="da9cca94-9105-482e-b155-cd7f190409a2" providerId="ADAL" clId="{4DBF0956-1C20-4CE2-B598-1C28127E1380}" dt="2026-06-12T12:20:45.397" v="2455"/>
          <ac:spMkLst>
            <pc:docMk/>
            <pc:sldMk cId="1534704231" sldId="427"/>
            <ac:spMk id="5" creationId="{22961599-756E-C1B6-DE9C-2DAFAA066913}"/>
          </ac:spMkLst>
        </pc:spChg>
        <pc:graphicFrameChg chg="add del mod modGraphic">
          <ac:chgData name="DANIEL ALEXANDRE RAMAZZOTTE" userId="da9cca94-9105-482e-b155-cd7f190409a2" providerId="ADAL" clId="{4DBF0956-1C20-4CE2-B598-1C28127E1380}" dt="2026-06-12T12:20:44.241" v="2454" actId="478"/>
          <ac:graphicFrameMkLst>
            <pc:docMk/>
            <pc:sldMk cId="1534704231" sldId="427"/>
            <ac:graphicFrameMk id="4" creationId="{16D2C524-333A-CDD1-34C3-6B4D01FCCD76}"/>
          </ac:graphicFrameMkLst>
        </pc:graphicFrameChg>
        <pc:graphicFrameChg chg="add mod">
          <ac:chgData name="DANIEL ALEXANDRE RAMAZZOTTE" userId="da9cca94-9105-482e-b155-cd7f190409a2" providerId="ADAL" clId="{4DBF0956-1C20-4CE2-B598-1C28127E1380}" dt="2026-06-12T12:20:45.397" v="2455"/>
          <ac:graphicFrameMkLst>
            <pc:docMk/>
            <pc:sldMk cId="1534704231" sldId="427"/>
            <ac:graphicFrameMk id="6" creationId="{6E0A094D-9394-B740-69E7-1FF2D53A35D0}"/>
          </ac:graphicFrameMkLst>
        </pc:graphicFrameChg>
      </pc:sldChg>
      <pc:sldChg chg="delSp modSp new mod">
        <pc:chgData name="DANIEL ALEXANDRE RAMAZZOTTE" userId="da9cca94-9105-482e-b155-cd7f190409a2" providerId="ADAL" clId="{4DBF0956-1C20-4CE2-B598-1C28127E1380}" dt="2026-06-12T12:47:20.535" v="2539" actId="20577"/>
        <pc:sldMkLst>
          <pc:docMk/>
          <pc:sldMk cId="2519627834" sldId="428"/>
        </pc:sldMkLst>
        <pc:spChg chg="mod">
          <ac:chgData name="DANIEL ALEXANDRE RAMAZZOTTE" userId="da9cca94-9105-482e-b155-cd7f190409a2" providerId="ADAL" clId="{4DBF0956-1C20-4CE2-B598-1C28127E1380}" dt="2026-06-12T12:47:20.535" v="2539" actId="20577"/>
          <ac:spMkLst>
            <pc:docMk/>
            <pc:sldMk cId="2519627834" sldId="428"/>
            <ac:spMk id="2" creationId="{03C2AA07-DA56-4F33-3F1F-2F8B29B23F97}"/>
          </ac:spMkLst>
        </pc:spChg>
        <pc:spChg chg="del mod">
          <ac:chgData name="DANIEL ALEXANDRE RAMAZZOTTE" userId="da9cca94-9105-482e-b155-cd7f190409a2" providerId="ADAL" clId="{4DBF0956-1C20-4CE2-B598-1C28127E1380}" dt="2026-06-11T18:37:46.025" v="2049" actId="478"/>
          <ac:spMkLst>
            <pc:docMk/>
            <pc:sldMk cId="2519627834" sldId="428"/>
            <ac:spMk id="3" creationId="{29644984-3BE4-049F-7B17-AA7A99E9ADE6}"/>
          </ac:spMkLst>
        </pc:spChg>
        <pc:spChg chg="mod">
          <ac:chgData name="DANIEL ALEXANDRE RAMAZZOTTE" userId="da9cca94-9105-482e-b155-cd7f190409a2" providerId="ADAL" clId="{4DBF0956-1C20-4CE2-B598-1C28127E1380}" dt="2026-06-11T19:41:42.178" v="2155" actId="20577"/>
          <ac:spMkLst>
            <pc:docMk/>
            <pc:sldMk cId="2519627834" sldId="428"/>
            <ac:spMk id="4" creationId="{8A66143D-E8DC-7905-9F05-36F6DF02DC81}"/>
          </ac:spMkLst>
        </pc:spChg>
        <pc:spChg chg="del">
          <ac:chgData name="DANIEL ALEXANDRE RAMAZZOTTE" userId="da9cca94-9105-482e-b155-cd7f190409a2" providerId="ADAL" clId="{4DBF0956-1C20-4CE2-B598-1C28127E1380}" dt="2026-06-11T18:37:47.803" v="2050" actId="478"/>
          <ac:spMkLst>
            <pc:docMk/>
            <pc:sldMk cId="2519627834" sldId="428"/>
            <ac:spMk id="6" creationId="{2AC60C7E-DA97-0835-806D-0732798191B7}"/>
          </ac:spMkLst>
        </pc:spChg>
      </pc:sldChg>
      <pc:sldChg chg="new del">
        <pc:chgData name="DANIEL ALEXANDRE RAMAZZOTTE" userId="da9cca94-9105-482e-b155-cd7f190409a2" providerId="ADAL" clId="{4DBF0956-1C20-4CE2-B598-1C28127E1380}" dt="2026-06-11T19:03:00.822" v="2069" actId="47"/>
        <pc:sldMkLst>
          <pc:docMk/>
          <pc:sldMk cId="1782072169" sldId="429"/>
        </pc:sldMkLst>
      </pc:sldChg>
      <pc:sldChg chg="modSp add del mod ord">
        <pc:chgData name="DANIEL ALEXANDRE RAMAZZOTTE" userId="da9cca94-9105-482e-b155-cd7f190409a2" providerId="ADAL" clId="{4DBF0956-1C20-4CE2-B598-1C28127E1380}" dt="2026-06-12T14:08:14.982" v="2738" actId="47"/>
        <pc:sldMkLst>
          <pc:docMk/>
          <pc:sldMk cId="2600425090" sldId="429"/>
        </pc:sldMkLst>
        <pc:spChg chg="mod">
          <ac:chgData name="DANIEL ALEXANDRE RAMAZZOTTE" userId="da9cca94-9105-482e-b155-cd7f190409a2" providerId="ADAL" clId="{4DBF0956-1C20-4CE2-B598-1C28127E1380}" dt="2026-06-12T14:06:49.982" v="2711" actId="20577"/>
          <ac:spMkLst>
            <pc:docMk/>
            <pc:sldMk cId="2600425090" sldId="429"/>
            <ac:spMk id="2" creationId="{772EAF36-5FED-97B2-002F-5D48DDC49B9B}"/>
          </ac:spMkLst>
        </pc:spChg>
        <pc:spChg chg="mod">
          <ac:chgData name="DANIEL ALEXANDRE RAMAZZOTTE" userId="da9cca94-9105-482e-b155-cd7f190409a2" providerId="ADAL" clId="{4DBF0956-1C20-4CE2-B598-1C28127E1380}" dt="2026-06-11T20:04:41.231" v="2358" actId="20577"/>
          <ac:spMkLst>
            <pc:docMk/>
            <pc:sldMk cId="2600425090" sldId="429"/>
            <ac:spMk id="4" creationId="{F63D0C2C-732D-B5D2-6881-7DAC36A00243}"/>
          </ac:spMkLst>
        </pc:spChg>
      </pc:sldChg>
      <pc:sldChg chg="modSp add mod">
        <pc:chgData name="DANIEL ALEXANDRE RAMAZZOTTE" userId="da9cca94-9105-482e-b155-cd7f190409a2" providerId="ADAL" clId="{4DBF0956-1C20-4CE2-B598-1C28127E1380}" dt="2026-06-12T12:47:23.571" v="2540"/>
        <pc:sldMkLst>
          <pc:docMk/>
          <pc:sldMk cId="25023325" sldId="430"/>
        </pc:sldMkLst>
        <pc:spChg chg="mod">
          <ac:chgData name="DANIEL ALEXANDRE RAMAZZOTTE" userId="da9cca94-9105-482e-b155-cd7f190409a2" providerId="ADAL" clId="{4DBF0956-1C20-4CE2-B598-1C28127E1380}" dt="2026-06-12T12:47:23.571" v="2540"/>
          <ac:spMkLst>
            <pc:docMk/>
            <pc:sldMk cId="25023325" sldId="430"/>
            <ac:spMk id="2" creationId="{B30B2F51-6D1D-D54F-982F-D5CF7D86B202}"/>
          </ac:spMkLst>
        </pc:spChg>
        <pc:spChg chg="mod">
          <ac:chgData name="DANIEL ALEXANDRE RAMAZZOTTE" userId="da9cca94-9105-482e-b155-cd7f190409a2" providerId="ADAL" clId="{4DBF0956-1C20-4CE2-B598-1C28127E1380}" dt="2026-06-11T19:48:15.122" v="2291" actId="20577"/>
          <ac:spMkLst>
            <pc:docMk/>
            <pc:sldMk cId="25023325" sldId="430"/>
            <ac:spMk id="4" creationId="{E8051306-F38D-B03A-F955-F3E5FE8D24B3}"/>
          </ac:spMkLst>
        </pc:spChg>
      </pc:sldChg>
      <pc:sldChg chg="new del">
        <pc:chgData name="DANIEL ALEXANDRE RAMAZZOTTE" userId="da9cca94-9105-482e-b155-cd7f190409a2" providerId="ADAL" clId="{4DBF0956-1C20-4CE2-B598-1C28127E1380}" dt="2026-06-11T19:43:40.651" v="2213" actId="47"/>
        <pc:sldMkLst>
          <pc:docMk/>
          <pc:sldMk cId="201508134" sldId="431"/>
        </pc:sldMkLst>
      </pc:sldChg>
      <pc:sldChg chg="modSp add mod">
        <pc:chgData name="DANIEL ALEXANDRE RAMAZZOTTE" userId="da9cca94-9105-482e-b155-cd7f190409a2" providerId="ADAL" clId="{4DBF0956-1C20-4CE2-B598-1C28127E1380}" dt="2026-06-12T12:47:25.356" v="2541"/>
        <pc:sldMkLst>
          <pc:docMk/>
          <pc:sldMk cId="823026998" sldId="432"/>
        </pc:sldMkLst>
        <pc:spChg chg="mod">
          <ac:chgData name="DANIEL ALEXANDRE RAMAZZOTTE" userId="da9cca94-9105-482e-b155-cd7f190409a2" providerId="ADAL" clId="{4DBF0956-1C20-4CE2-B598-1C28127E1380}" dt="2026-06-12T12:47:25.356" v="2541"/>
          <ac:spMkLst>
            <pc:docMk/>
            <pc:sldMk cId="823026998" sldId="432"/>
            <ac:spMk id="2" creationId="{E3AA6B0C-8AA2-47E9-A164-0C00564BC0E1}"/>
          </ac:spMkLst>
        </pc:spChg>
        <pc:spChg chg="mod">
          <ac:chgData name="DANIEL ALEXANDRE RAMAZZOTTE" userId="da9cca94-9105-482e-b155-cd7f190409a2" providerId="ADAL" clId="{4DBF0956-1C20-4CE2-B598-1C28127E1380}" dt="2026-06-11T19:44:32.361" v="2254" actId="20577"/>
          <ac:spMkLst>
            <pc:docMk/>
            <pc:sldMk cId="823026998" sldId="432"/>
            <ac:spMk id="4" creationId="{3001E99D-0C94-2627-1D8C-8FF1ED86409A}"/>
          </ac:spMkLst>
        </pc:spChg>
      </pc:sldChg>
      <pc:sldChg chg="new del">
        <pc:chgData name="DANIEL ALEXANDRE RAMAZZOTTE" userId="da9cca94-9105-482e-b155-cd7f190409a2" providerId="ADAL" clId="{4DBF0956-1C20-4CE2-B598-1C28127E1380}" dt="2026-06-11T19:44:41.143" v="2257" actId="47"/>
        <pc:sldMkLst>
          <pc:docMk/>
          <pc:sldMk cId="102129438" sldId="433"/>
        </pc:sldMkLst>
      </pc:sldChg>
      <pc:sldChg chg="modSp add mod">
        <pc:chgData name="DANIEL ALEXANDRE RAMAZZOTTE" userId="da9cca94-9105-482e-b155-cd7f190409a2" providerId="ADAL" clId="{4DBF0956-1C20-4CE2-B598-1C28127E1380}" dt="2026-06-12T12:47:27.504" v="2542"/>
        <pc:sldMkLst>
          <pc:docMk/>
          <pc:sldMk cId="2596817215" sldId="434"/>
        </pc:sldMkLst>
        <pc:spChg chg="mod">
          <ac:chgData name="DANIEL ALEXANDRE RAMAZZOTTE" userId="da9cca94-9105-482e-b155-cd7f190409a2" providerId="ADAL" clId="{4DBF0956-1C20-4CE2-B598-1C28127E1380}" dt="2026-06-12T12:47:27.504" v="2542"/>
          <ac:spMkLst>
            <pc:docMk/>
            <pc:sldMk cId="2596817215" sldId="434"/>
            <ac:spMk id="2" creationId="{434D5B58-0489-A814-93F3-95C481D14A6A}"/>
          </ac:spMkLst>
        </pc:spChg>
        <pc:spChg chg="mod">
          <ac:chgData name="DANIEL ALEXANDRE RAMAZZOTTE" userId="da9cca94-9105-482e-b155-cd7f190409a2" providerId="ADAL" clId="{4DBF0956-1C20-4CE2-B598-1C28127E1380}" dt="2026-06-11T19:48:29.154" v="2293" actId="20577"/>
          <ac:spMkLst>
            <pc:docMk/>
            <pc:sldMk cId="2596817215" sldId="434"/>
            <ac:spMk id="4" creationId="{E4152668-BC9E-F8B2-0129-211660FEECA0}"/>
          </ac:spMkLst>
        </pc:spChg>
      </pc:sldChg>
      <pc:sldChg chg="modSp add mod">
        <pc:chgData name="DANIEL ALEXANDRE RAMAZZOTTE" userId="da9cca94-9105-482e-b155-cd7f190409a2" providerId="ADAL" clId="{4DBF0956-1C20-4CE2-B598-1C28127E1380}" dt="2026-06-12T12:47:29.033" v="2543"/>
        <pc:sldMkLst>
          <pc:docMk/>
          <pc:sldMk cId="3592265997" sldId="435"/>
        </pc:sldMkLst>
        <pc:spChg chg="mod">
          <ac:chgData name="DANIEL ALEXANDRE RAMAZZOTTE" userId="da9cca94-9105-482e-b155-cd7f190409a2" providerId="ADAL" clId="{4DBF0956-1C20-4CE2-B598-1C28127E1380}" dt="2026-06-12T12:47:29.033" v="2543"/>
          <ac:spMkLst>
            <pc:docMk/>
            <pc:sldMk cId="3592265997" sldId="435"/>
            <ac:spMk id="2" creationId="{037AC2C3-77D6-E8EE-5FD0-A968946D85C9}"/>
          </ac:spMkLst>
        </pc:spChg>
        <pc:spChg chg="mod">
          <ac:chgData name="DANIEL ALEXANDRE RAMAZZOTTE" userId="da9cca94-9105-482e-b155-cd7f190409a2" providerId="ADAL" clId="{4DBF0956-1C20-4CE2-B598-1C28127E1380}" dt="2026-06-11T19:50:42.569" v="2354" actId="20577"/>
          <ac:spMkLst>
            <pc:docMk/>
            <pc:sldMk cId="3592265997" sldId="435"/>
            <ac:spMk id="4" creationId="{A7560FE7-AB3F-E0D7-E237-24F99EDBE398}"/>
          </ac:spMkLst>
        </pc:spChg>
      </pc:sldChg>
      <pc:sldChg chg="modSp add del mod ord">
        <pc:chgData name="DANIEL ALEXANDRE RAMAZZOTTE" userId="da9cca94-9105-482e-b155-cd7f190409a2" providerId="ADAL" clId="{4DBF0956-1C20-4CE2-B598-1C28127E1380}" dt="2026-06-12T12:01:28.120" v="2382" actId="47"/>
        <pc:sldMkLst>
          <pc:docMk/>
          <pc:sldMk cId="4187888190" sldId="436"/>
        </pc:sldMkLst>
        <pc:spChg chg="mod">
          <ac:chgData name="DANIEL ALEXANDRE RAMAZZOTTE" userId="da9cca94-9105-482e-b155-cd7f190409a2" providerId="ADAL" clId="{4DBF0956-1C20-4CE2-B598-1C28127E1380}" dt="2026-06-12T12:00:51.233" v="2372" actId="20577"/>
          <ac:spMkLst>
            <pc:docMk/>
            <pc:sldMk cId="4187888190" sldId="436"/>
            <ac:spMk id="2" creationId="{ADE2FB74-D135-87E5-1A49-59C5510D8943}"/>
          </ac:spMkLst>
        </pc:spChg>
        <pc:spChg chg="mod">
          <ac:chgData name="DANIEL ALEXANDRE RAMAZZOTTE" userId="da9cca94-9105-482e-b155-cd7f190409a2" providerId="ADAL" clId="{4DBF0956-1C20-4CE2-B598-1C28127E1380}" dt="2026-06-12T12:01:00.773" v="2380" actId="5793"/>
          <ac:spMkLst>
            <pc:docMk/>
            <pc:sldMk cId="4187888190" sldId="436"/>
            <ac:spMk id="4" creationId="{3449AD0F-DBCA-0253-2884-D219A03986BE}"/>
          </ac:spMkLst>
        </pc:spChg>
      </pc:sldChg>
      <pc:sldChg chg="modSp add mod">
        <pc:chgData name="DANIEL ALEXANDRE RAMAZZOTTE" userId="da9cca94-9105-482e-b155-cd7f190409a2" providerId="ADAL" clId="{4DBF0956-1C20-4CE2-B598-1C28127E1380}" dt="2026-06-12T12:02:22.606" v="2406" actId="20577"/>
        <pc:sldMkLst>
          <pc:docMk/>
          <pc:sldMk cId="680324291" sldId="437"/>
        </pc:sldMkLst>
        <pc:spChg chg="mod">
          <ac:chgData name="DANIEL ALEXANDRE RAMAZZOTTE" userId="da9cca94-9105-482e-b155-cd7f190409a2" providerId="ADAL" clId="{4DBF0956-1C20-4CE2-B598-1C28127E1380}" dt="2026-06-12T12:02:22.606" v="2406" actId="20577"/>
          <ac:spMkLst>
            <pc:docMk/>
            <pc:sldMk cId="680324291" sldId="437"/>
            <ac:spMk id="3" creationId="{0D9921DF-4880-8B78-6078-4FB8E4369934}"/>
          </ac:spMkLst>
        </pc:spChg>
      </pc:sldChg>
      <pc:sldChg chg="modSp add mod">
        <pc:chgData name="DANIEL ALEXANDRE RAMAZZOTTE" userId="da9cca94-9105-482e-b155-cd7f190409a2" providerId="ADAL" clId="{4DBF0956-1C20-4CE2-B598-1C28127E1380}" dt="2026-06-12T12:02:29.086" v="2421" actId="20577"/>
        <pc:sldMkLst>
          <pc:docMk/>
          <pc:sldMk cId="3062545816" sldId="438"/>
        </pc:sldMkLst>
        <pc:spChg chg="mod">
          <ac:chgData name="DANIEL ALEXANDRE RAMAZZOTTE" userId="da9cca94-9105-482e-b155-cd7f190409a2" providerId="ADAL" clId="{4DBF0956-1C20-4CE2-B598-1C28127E1380}" dt="2026-06-12T12:02:29.086" v="2421" actId="20577"/>
          <ac:spMkLst>
            <pc:docMk/>
            <pc:sldMk cId="3062545816" sldId="438"/>
            <ac:spMk id="3" creationId="{C435F349-DB14-4F41-2985-5E8F6B0628B6}"/>
          </ac:spMkLst>
        </pc:spChg>
      </pc:sldChg>
      <pc:sldChg chg="add del ord">
        <pc:chgData name="DANIEL ALEXANDRE RAMAZZOTTE" userId="da9cca94-9105-482e-b155-cd7f190409a2" providerId="ADAL" clId="{4DBF0956-1C20-4CE2-B598-1C28127E1380}" dt="2026-06-12T12:02:42.837" v="2425" actId="47"/>
        <pc:sldMkLst>
          <pc:docMk/>
          <pc:sldMk cId="3695502988" sldId="439"/>
        </pc:sldMkLst>
      </pc:sldChg>
      <pc:sldChg chg="addSp delSp modSp add mod ord">
        <pc:chgData name="DANIEL ALEXANDRE RAMAZZOTTE" userId="da9cca94-9105-482e-b155-cd7f190409a2" providerId="ADAL" clId="{4DBF0956-1C20-4CE2-B598-1C28127E1380}" dt="2026-06-12T14:34:04.407" v="2970" actId="22"/>
        <pc:sldMkLst>
          <pc:docMk/>
          <pc:sldMk cId="3927881867" sldId="439"/>
        </pc:sldMkLst>
        <pc:spChg chg="mod">
          <ac:chgData name="DANIEL ALEXANDRE RAMAZZOTTE" userId="da9cca94-9105-482e-b155-cd7f190409a2" providerId="ADAL" clId="{4DBF0956-1C20-4CE2-B598-1C28127E1380}" dt="2026-06-12T12:02:53.216" v="2430" actId="27636"/>
          <ac:spMkLst>
            <pc:docMk/>
            <pc:sldMk cId="3927881867" sldId="439"/>
            <ac:spMk id="4" creationId="{635408B0-9056-73F1-1AF2-308306E8BC18}"/>
          </ac:spMkLst>
        </pc:spChg>
        <pc:graphicFrameChg chg="add mod">
          <ac:chgData name="DANIEL ALEXANDRE RAMAZZOTTE" userId="da9cca94-9105-482e-b155-cd7f190409a2" providerId="ADAL" clId="{4DBF0956-1C20-4CE2-B598-1C28127E1380}" dt="2026-06-12T12:07:14.526" v="2431"/>
          <ac:graphicFrameMkLst>
            <pc:docMk/>
            <pc:sldMk cId="3927881867" sldId="439"/>
            <ac:graphicFrameMk id="3" creationId="{C6AC2AD5-3ECF-2957-98D0-859A27742AB5}"/>
          </ac:graphicFrameMkLst>
        </pc:graphicFrameChg>
        <pc:picChg chg="add">
          <ac:chgData name="DANIEL ALEXANDRE RAMAZZOTTE" userId="da9cca94-9105-482e-b155-cd7f190409a2" providerId="ADAL" clId="{4DBF0956-1C20-4CE2-B598-1C28127E1380}" dt="2026-06-12T14:34:04.407" v="2970" actId="22"/>
          <ac:picMkLst>
            <pc:docMk/>
            <pc:sldMk cId="3927881867" sldId="439"/>
            <ac:picMk id="6" creationId="{96847EB9-774C-C9B0-9D90-79DE9E833278}"/>
          </ac:picMkLst>
        </pc:picChg>
        <pc:picChg chg="add del mod">
          <ac:chgData name="DANIEL ALEXANDRE RAMAZZOTTE" userId="da9cca94-9105-482e-b155-cd7f190409a2" providerId="ADAL" clId="{4DBF0956-1C20-4CE2-B598-1C28127E1380}" dt="2026-06-12T14:34:03.992" v="2969" actId="478"/>
          <ac:picMkLst>
            <pc:docMk/>
            <pc:sldMk cId="3927881867" sldId="439"/>
            <ac:picMk id="7" creationId="{A0DB9AC5-63AF-2834-D18E-23250D5E8D25}"/>
          </ac:picMkLst>
        </pc:picChg>
      </pc:sldChg>
      <pc:sldChg chg="addSp delSp modSp add mod modClrScheme chgLayout">
        <pc:chgData name="DANIEL ALEXANDRE RAMAZZOTTE" userId="da9cca94-9105-482e-b155-cd7f190409a2" providerId="ADAL" clId="{4DBF0956-1C20-4CE2-B598-1C28127E1380}" dt="2026-06-12T12:21:44.951" v="2466" actId="1076"/>
        <pc:sldMkLst>
          <pc:docMk/>
          <pc:sldMk cId="2548207593" sldId="440"/>
        </pc:sldMkLst>
        <pc:spChg chg="del">
          <ac:chgData name="DANIEL ALEXANDRE RAMAZZOTTE" userId="da9cca94-9105-482e-b155-cd7f190409a2" providerId="ADAL" clId="{4DBF0956-1C20-4CE2-B598-1C28127E1380}" dt="2026-06-12T12:07:27.045" v="2434" actId="26606"/>
          <ac:spMkLst>
            <pc:docMk/>
            <pc:sldMk cId="2548207593" sldId="440"/>
            <ac:spMk id="2" creationId="{8D9D73A6-E3EF-0F47-CACF-76EC6720091C}"/>
          </ac:spMkLst>
        </pc:spChg>
        <pc:spChg chg="mod">
          <ac:chgData name="DANIEL ALEXANDRE RAMAZZOTTE" userId="da9cca94-9105-482e-b155-cd7f190409a2" providerId="ADAL" clId="{4DBF0956-1C20-4CE2-B598-1C28127E1380}" dt="2026-06-12T12:07:27.045" v="2434" actId="26606"/>
          <ac:spMkLst>
            <pc:docMk/>
            <pc:sldMk cId="2548207593" sldId="440"/>
            <ac:spMk id="4" creationId="{684DB5F0-4214-57AB-8DDD-6FC21CD2BFA2}"/>
          </ac:spMkLst>
        </pc:spChg>
        <pc:spChg chg="del">
          <ac:chgData name="DANIEL ALEXANDRE RAMAZZOTTE" userId="da9cca94-9105-482e-b155-cd7f190409a2" providerId="ADAL" clId="{4DBF0956-1C20-4CE2-B598-1C28127E1380}" dt="2026-06-12T12:07:27.045" v="2434" actId="26606"/>
          <ac:spMkLst>
            <pc:docMk/>
            <pc:sldMk cId="2548207593" sldId="440"/>
            <ac:spMk id="5" creationId="{3051C9CB-872E-3693-FF5B-D7254DD20C69}"/>
          </ac:spMkLst>
        </pc:spChg>
        <pc:graphicFrameChg chg="add del mod modGraphic">
          <ac:chgData name="DANIEL ALEXANDRE RAMAZZOTTE" userId="da9cca94-9105-482e-b155-cd7f190409a2" providerId="ADAL" clId="{4DBF0956-1C20-4CE2-B598-1C28127E1380}" dt="2026-06-12T12:16:57.485" v="2439" actId="478"/>
          <ac:graphicFrameMkLst>
            <pc:docMk/>
            <pc:sldMk cId="2548207593" sldId="440"/>
            <ac:graphicFrameMk id="3" creationId="{F0FD618C-DAA2-3A29-6522-DC5DD185D073}"/>
          </ac:graphicFrameMkLst>
        </pc:graphicFrameChg>
        <pc:graphicFrameChg chg="add mod modGraphic">
          <ac:chgData name="DANIEL ALEXANDRE RAMAZZOTTE" userId="da9cca94-9105-482e-b155-cd7f190409a2" providerId="ADAL" clId="{4DBF0956-1C20-4CE2-B598-1C28127E1380}" dt="2026-06-12T12:21:44.951" v="2466" actId="1076"/>
          <ac:graphicFrameMkLst>
            <pc:docMk/>
            <pc:sldMk cId="2548207593" sldId="440"/>
            <ac:graphicFrameMk id="6" creationId="{A20CAD7C-4704-CCC3-BE8C-E8716AFAE39C}"/>
          </ac:graphicFrameMkLst>
        </pc:graphicFrameChg>
      </pc:sldChg>
      <pc:sldChg chg="addSp delSp modSp add mod ord">
        <pc:chgData name="DANIEL ALEXANDRE RAMAZZOTTE" userId="da9cca94-9105-482e-b155-cd7f190409a2" providerId="ADAL" clId="{4DBF0956-1C20-4CE2-B598-1C28127E1380}" dt="2026-06-12T12:21:40.012" v="2465" actId="1076"/>
        <pc:sldMkLst>
          <pc:docMk/>
          <pc:sldMk cId="3337214207" sldId="441"/>
        </pc:sldMkLst>
        <pc:graphicFrameChg chg="add mod">
          <ac:chgData name="DANIEL ALEXANDRE RAMAZZOTTE" userId="da9cca94-9105-482e-b155-cd7f190409a2" providerId="ADAL" clId="{4DBF0956-1C20-4CE2-B598-1C28127E1380}" dt="2026-06-12T12:21:40.012" v="2465" actId="1076"/>
          <ac:graphicFrameMkLst>
            <pc:docMk/>
            <pc:sldMk cId="3337214207" sldId="441"/>
            <ac:graphicFrameMk id="2" creationId="{733E7901-18FB-F16B-75EF-83B89EE6B4EB}"/>
          </ac:graphicFrameMkLst>
        </pc:graphicFrameChg>
        <pc:graphicFrameChg chg="del modGraphic">
          <ac:chgData name="DANIEL ALEXANDRE RAMAZZOTTE" userId="da9cca94-9105-482e-b155-cd7f190409a2" providerId="ADAL" clId="{4DBF0956-1C20-4CE2-B598-1C28127E1380}" dt="2026-06-12T12:21:10.733" v="2460" actId="478"/>
          <ac:graphicFrameMkLst>
            <pc:docMk/>
            <pc:sldMk cId="3337214207" sldId="441"/>
            <ac:graphicFrameMk id="6" creationId="{8E2E39CD-501D-1CE4-06D5-D155BD14AF9A}"/>
          </ac:graphicFrameMkLst>
        </pc:graphicFrameChg>
      </pc:sldChg>
      <pc:sldChg chg="delSp add del mod">
        <pc:chgData name="DANIEL ALEXANDRE RAMAZZOTTE" userId="da9cca94-9105-482e-b155-cd7f190409a2" providerId="ADAL" clId="{4DBF0956-1C20-4CE2-B598-1C28127E1380}" dt="2026-06-12T12:34:19.832" v="2474" actId="47"/>
        <pc:sldMkLst>
          <pc:docMk/>
          <pc:sldMk cId="3917554907" sldId="442"/>
        </pc:sldMkLst>
        <pc:picChg chg="del">
          <ac:chgData name="DANIEL ALEXANDRE RAMAZZOTTE" userId="da9cca94-9105-482e-b155-cd7f190409a2" providerId="ADAL" clId="{4DBF0956-1C20-4CE2-B598-1C28127E1380}" dt="2026-06-12T12:23:46.122" v="2470" actId="478"/>
          <ac:picMkLst>
            <pc:docMk/>
            <pc:sldMk cId="3917554907" sldId="442"/>
            <ac:picMk id="6" creationId="{57573915-C9F5-5FEC-EC3B-B9703A7AF56A}"/>
          </ac:picMkLst>
        </pc:picChg>
      </pc:sldChg>
      <pc:sldChg chg="addSp delSp add mod">
        <pc:chgData name="DANIEL ALEXANDRE RAMAZZOTTE" userId="da9cca94-9105-482e-b155-cd7f190409a2" providerId="ADAL" clId="{4DBF0956-1C20-4CE2-B598-1C28127E1380}" dt="2026-06-12T12:34:15.690" v="2473" actId="22"/>
        <pc:sldMkLst>
          <pc:docMk/>
          <pc:sldMk cId="3623240769" sldId="443"/>
        </pc:sldMkLst>
        <pc:picChg chg="del">
          <ac:chgData name="DANIEL ALEXANDRE RAMAZZOTTE" userId="da9cca94-9105-482e-b155-cd7f190409a2" providerId="ADAL" clId="{4DBF0956-1C20-4CE2-B598-1C28127E1380}" dt="2026-06-12T12:34:14.849" v="2472" actId="478"/>
          <ac:picMkLst>
            <pc:docMk/>
            <pc:sldMk cId="3623240769" sldId="443"/>
            <ac:picMk id="6" creationId="{D458FE5A-7BC3-F51C-6E44-A82FEA1EF4F4}"/>
          </ac:picMkLst>
        </pc:picChg>
        <pc:picChg chg="add">
          <ac:chgData name="DANIEL ALEXANDRE RAMAZZOTTE" userId="da9cca94-9105-482e-b155-cd7f190409a2" providerId="ADAL" clId="{4DBF0956-1C20-4CE2-B598-1C28127E1380}" dt="2026-06-12T12:34:15.690" v="2473" actId="22"/>
          <ac:picMkLst>
            <pc:docMk/>
            <pc:sldMk cId="3623240769" sldId="443"/>
            <ac:picMk id="7" creationId="{CFE789C9-FE8A-5921-5AD7-26A8FCD9C45F}"/>
          </ac:picMkLst>
        </pc:picChg>
      </pc:sldChg>
      <pc:sldChg chg="addSp delSp modSp new mod">
        <pc:chgData name="DANIEL ALEXANDRE RAMAZZOTTE" userId="da9cca94-9105-482e-b155-cd7f190409a2" providerId="ADAL" clId="{4DBF0956-1C20-4CE2-B598-1C28127E1380}" dt="2026-06-12T13:05:13.485" v="2565" actId="255"/>
        <pc:sldMkLst>
          <pc:docMk/>
          <pc:sldMk cId="693370138" sldId="444"/>
        </pc:sldMkLst>
        <pc:spChg chg="del">
          <ac:chgData name="DANIEL ALEXANDRE RAMAZZOTTE" userId="da9cca94-9105-482e-b155-cd7f190409a2" providerId="ADAL" clId="{4DBF0956-1C20-4CE2-B598-1C28127E1380}" dt="2026-06-12T12:44:39.238" v="2490" actId="478"/>
          <ac:spMkLst>
            <pc:docMk/>
            <pc:sldMk cId="693370138" sldId="444"/>
            <ac:spMk id="2" creationId="{301E1CE7-82E1-DC4D-1277-75F7D4BD656F}"/>
          </ac:spMkLst>
        </pc:spChg>
        <pc:spChg chg="add del">
          <ac:chgData name="DANIEL ALEXANDRE RAMAZZOTTE" userId="da9cca94-9105-482e-b155-cd7f190409a2" providerId="ADAL" clId="{4DBF0956-1C20-4CE2-B598-1C28127E1380}" dt="2026-06-12T12:44:11.899" v="2482"/>
          <ac:spMkLst>
            <pc:docMk/>
            <pc:sldMk cId="693370138" sldId="444"/>
            <ac:spMk id="3" creationId="{3984BAE1-E907-47AA-2478-66F0344E9B20}"/>
          </ac:spMkLst>
        </pc:spChg>
        <pc:spChg chg="del mod">
          <ac:chgData name="DANIEL ALEXANDRE RAMAZZOTTE" userId="da9cca94-9105-482e-b155-cd7f190409a2" providerId="ADAL" clId="{4DBF0956-1C20-4CE2-B598-1C28127E1380}" dt="2026-06-12T12:44:38.465" v="2489" actId="478"/>
          <ac:spMkLst>
            <pc:docMk/>
            <pc:sldMk cId="693370138" sldId="444"/>
            <ac:spMk id="4" creationId="{28BA9C3D-9C0C-B179-6AC1-89BCFF9C2818}"/>
          </ac:spMkLst>
        </pc:spChg>
        <pc:graphicFrameChg chg="add mod modGraphic">
          <ac:chgData name="DANIEL ALEXANDRE RAMAZZOTTE" userId="da9cca94-9105-482e-b155-cd7f190409a2" providerId="ADAL" clId="{4DBF0956-1C20-4CE2-B598-1C28127E1380}" dt="2026-06-12T12:43:49.626" v="2481"/>
          <ac:graphicFrameMkLst>
            <pc:docMk/>
            <pc:sldMk cId="693370138" sldId="444"/>
            <ac:graphicFrameMk id="5" creationId="{B5149756-5994-063B-09EE-6256FA8163F3}"/>
          </ac:graphicFrameMkLst>
        </pc:graphicFrameChg>
        <pc:graphicFrameChg chg="add mod modGraphic">
          <ac:chgData name="DANIEL ALEXANDRE RAMAZZOTTE" userId="da9cca94-9105-482e-b155-cd7f190409a2" providerId="ADAL" clId="{4DBF0956-1C20-4CE2-B598-1C28127E1380}" dt="2026-06-12T13:05:13.485" v="2565" actId="255"/>
          <ac:graphicFrameMkLst>
            <pc:docMk/>
            <pc:sldMk cId="693370138" sldId="444"/>
            <ac:graphicFrameMk id="6" creationId="{D662E709-1467-A5C3-21CB-98F49D2FAE69}"/>
          </ac:graphicFrameMkLst>
        </pc:graphicFrameChg>
      </pc:sldChg>
      <pc:sldChg chg="add del">
        <pc:chgData name="DANIEL ALEXANDRE RAMAZZOTTE" userId="da9cca94-9105-482e-b155-cd7f190409a2" providerId="ADAL" clId="{4DBF0956-1C20-4CE2-B598-1C28127E1380}" dt="2026-06-12T12:54:15.048" v="2545" actId="2890"/>
        <pc:sldMkLst>
          <pc:docMk/>
          <pc:sldMk cId="1760850398" sldId="445"/>
        </pc:sldMkLst>
      </pc:sldChg>
      <pc:sldChg chg="addSp delSp modSp add mod">
        <pc:chgData name="DANIEL ALEXANDRE RAMAZZOTTE" userId="da9cca94-9105-482e-b155-cd7f190409a2" providerId="ADAL" clId="{4DBF0956-1C20-4CE2-B598-1C28127E1380}" dt="2026-06-12T13:58:33.422" v="2648" actId="14100"/>
        <pc:sldMkLst>
          <pc:docMk/>
          <pc:sldMk cId="2332542207" sldId="445"/>
        </pc:sldMkLst>
        <pc:spChg chg="del mod">
          <ac:chgData name="DANIEL ALEXANDRE RAMAZZOTTE" userId="da9cca94-9105-482e-b155-cd7f190409a2" providerId="ADAL" clId="{4DBF0956-1C20-4CE2-B598-1C28127E1380}" dt="2026-06-12T13:04:07.933" v="2552"/>
          <ac:spMkLst>
            <pc:docMk/>
            <pc:sldMk cId="2332542207" sldId="445"/>
            <ac:spMk id="8" creationId="{851288A8-08BE-0E43-C90C-A57C6E2F1AB3}"/>
          </ac:spMkLst>
        </pc:spChg>
        <pc:graphicFrameChg chg="add mod modGraphic">
          <ac:chgData name="DANIEL ALEXANDRE RAMAZZOTTE" userId="da9cca94-9105-482e-b155-cd7f190409a2" providerId="ADAL" clId="{4DBF0956-1C20-4CE2-B598-1C28127E1380}" dt="2026-06-12T13:58:33.422" v="2648" actId="14100"/>
          <ac:graphicFrameMkLst>
            <pc:docMk/>
            <pc:sldMk cId="2332542207" sldId="445"/>
            <ac:graphicFrameMk id="2" creationId="{ABBC11D9-24FC-609B-1341-E6CA0CD6E66A}"/>
          </ac:graphicFrameMkLst>
        </pc:graphicFrameChg>
        <pc:picChg chg="del">
          <ac:chgData name="DANIEL ALEXANDRE RAMAZZOTTE" userId="da9cca94-9105-482e-b155-cd7f190409a2" providerId="ADAL" clId="{4DBF0956-1C20-4CE2-B598-1C28127E1380}" dt="2026-06-12T12:54:19.448" v="2547" actId="478"/>
          <ac:picMkLst>
            <pc:docMk/>
            <pc:sldMk cId="2332542207" sldId="445"/>
            <ac:picMk id="10" creationId="{29350D82-3C02-7305-0221-CAC42DFB2B6D}"/>
          </ac:picMkLst>
        </pc:picChg>
      </pc:sldChg>
      <pc:sldChg chg="addSp delSp add mod">
        <pc:chgData name="DANIEL ALEXANDRE RAMAZZOTTE" userId="da9cca94-9105-482e-b155-cd7f190409a2" providerId="ADAL" clId="{4DBF0956-1C20-4CE2-B598-1C28127E1380}" dt="2026-06-12T13:42:17.376" v="2577" actId="22"/>
        <pc:sldMkLst>
          <pc:docMk/>
          <pc:sldMk cId="4292749179" sldId="446"/>
        </pc:sldMkLst>
        <pc:picChg chg="add del">
          <ac:chgData name="DANIEL ALEXANDRE RAMAZZOTTE" userId="da9cca94-9105-482e-b155-cd7f190409a2" providerId="ADAL" clId="{4DBF0956-1C20-4CE2-B598-1C28127E1380}" dt="2026-06-12T13:42:14.347" v="2576" actId="478"/>
          <ac:picMkLst>
            <pc:docMk/>
            <pc:sldMk cId="4292749179" sldId="446"/>
            <ac:picMk id="3" creationId="{0E889669-01D2-E19E-20BF-A39AC58D58D6}"/>
          </ac:picMkLst>
        </pc:picChg>
        <pc:picChg chg="add">
          <ac:chgData name="DANIEL ALEXANDRE RAMAZZOTTE" userId="da9cca94-9105-482e-b155-cd7f190409a2" providerId="ADAL" clId="{4DBF0956-1C20-4CE2-B598-1C28127E1380}" dt="2026-06-12T13:42:17.376" v="2577" actId="22"/>
          <ac:picMkLst>
            <pc:docMk/>
            <pc:sldMk cId="4292749179" sldId="446"/>
            <ac:picMk id="5" creationId="{A789EF0A-6A87-A395-5D27-F893FCE491AD}"/>
          </ac:picMkLst>
        </pc:picChg>
        <pc:picChg chg="del">
          <ac:chgData name="DANIEL ALEXANDRE RAMAZZOTTE" userId="da9cca94-9105-482e-b155-cd7f190409a2" providerId="ADAL" clId="{4DBF0956-1C20-4CE2-B598-1C28127E1380}" dt="2026-06-12T13:32:35.594" v="2567" actId="478"/>
          <ac:picMkLst>
            <pc:docMk/>
            <pc:sldMk cId="4292749179" sldId="446"/>
            <ac:picMk id="10" creationId="{95EA548C-9FA1-C34C-FE19-494DB478FB6A}"/>
          </ac:picMkLst>
        </pc:picChg>
      </pc:sldChg>
      <pc:sldChg chg="addSp delSp modSp add mod">
        <pc:chgData name="DANIEL ALEXANDRE RAMAZZOTTE" userId="da9cca94-9105-482e-b155-cd7f190409a2" providerId="ADAL" clId="{4DBF0956-1C20-4CE2-B598-1C28127E1380}" dt="2026-06-12T13:44:54.656" v="2583" actId="1076"/>
        <pc:sldMkLst>
          <pc:docMk/>
          <pc:sldMk cId="3015926293" sldId="447"/>
        </pc:sldMkLst>
        <pc:graphicFrameChg chg="del">
          <ac:chgData name="DANIEL ALEXANDRE RAMAZZOTTE" userId="da9cca94-9105-482e-b155-cd7f190409a2" providerId="ADAL" clId="{4DBF0956-1C20-4CE2-B598-1C28127E1380}" dt="2026-06-12T13:44:31.732" v="2579" actId="478"/>
          <ac:graphicFrameMkLst>
            <pc:docMk/>
            <pc:sldMk cId="3015926293" sldId="447"/>
            <ac:graphicFrameMk id="6" creationId="{3E629B8A-1766-2279-F359-78FD9C997A65}"/>
          </ac:graphicFrameMkLst>
        </pc:graphicFrameChg>
        <pc:picChg chg="add mod">
          <ac:chgData name="DANIEL ALEXANDRE RAMAZZOTTE" userId="da9cca94-9105-482e-b155-cd7f190409a2" providerId="ADAL" clId="{4DBF0956-1C20-4CE2-B598-1C28127E1380}" dt="2026-06-12T13:44:54.656" v="2583" actId="1076"/>
          <ac:picMkLst>
            <pc:docMk/>
            <pc:sldMk cId="3015926293" sldId="447"/>
            <ac:picMk id="3" creationId="{227348E7-F4B3-D554-91BB-8DDEFC6C27A0}"/>
          </ac:picMkLst>
        </pc:picChg>
      </pc:sldChg>
      <pc:sldChg chg="addSp delSp modSp add mod modClrScheme chgLayout">
        <pc:chgData name="DANIEL ALEXANDRE RAMAZZOTTE" userId="da9cca94-9105-482e-b155-cd7f190409a2" providerId="ADAL" clId="{4DBF0956-1C20-4CE2-B598-1C28127E1380}" dt="2026-06-12T13:58:05.210" v="2645" actId="14734"/>
        <pc:sldMkLst>
          <pc:docMk/>
          <pc:sldMk cId="1007333001" sldId="448"/>
        </pc:sldMkLst>
        <pc:spChg chg="add del">
          <ac:chgData name="DANIEL ALEXANDRE RAMAZZOTTE" userId="da9cca94-9105-482e-b155-cd7f190409a2" providerId="ADAL" clId="{4DBF0956-1C20-4CE2-B598-1C28127E1380}" dt="2026-06-12T13:53:55.834" v="2606" actId="26606"/>
          <ac:spMkLst>
            <pc:docMk/>
            <pc:sldMk cId="1007333001" sldId="448"/>
            <ac:spMk id="2" creationId="{8ECD9B4E-561E-5B84-4ED4-F11F706C37E1}"/>
          </ac:spMkLst>
        </pc:spChg>
        <pc:spChg chg="mod">
          <ac:chgData name="DANIEL ALEXANDRE RAMAZZOTTE" userId="da9cca94-9105-482e-b155-cd7f190409a2" providerId="ADAL" clId="{4DBF0956-1C20-4CE2-B598-1C28127E1380}" dt="2026-06-12T13:53:55.834" v="2606" actId="26606"/>
          <ac:spMkLst>
            <pc:docMk/>
            <pc:sldMk cId="1007333001" sldId="448"/>
            <ac:spMk id="4" creationId="{6BC1AE78-AA0D-E98A-ADCF-727CE7F691E7}"/>
          </ac:spMkLst>
        </pc:spChg>
        <pc:spChg chg="add del">
          <ac:chgData name="DANIEL ALEXANDRE RAMAZZOTTE" userId="da9cca94-9105-482e-b155-cd7f190409a2" providerId="ADAL" clId="{4DBF0956-1C20-4CE2-B598-1C28127E1380}" dt="2026-06-12T13:53:55.834" v="2606" actId="26606"/>
          <ac:spMkLst>
            <pc:docMk/>
            <pc:sldMk cId="1007333001" sldId="448"/>
            <ac:spMk id="5" creationId="{39B6AACF-0140-CF1E-9F30-EF857A42BA54}"/>
          </ac:spMkLst>
        </pc:spChg>
        <pc:spChg chg="add del">
          <ac:chgData name="DANIEL ALEXANDRE RAMAZZOTTE" userId="da9cca94-9105-482e-b155-cd7f190409a2" providerId="ADAL" clId="{4DBF0956-1C20-4CE2-B598-1C28127E1380}" dt="2026-06-12T13:53:52.394" v="2599" actId="26606"/>
          <ac:spMkLst>
            <pc:docMk/>
            <pc:sldMk cId="1007333001" sldId="448"/>
            <ac:spMk id="8" creationId="{0025025F-06C2-4BAD-FA76-E56237661097}"/>
          </ac:spMkLst>
        </pc:spChg>
        <pc:spChg chg="add del">
          <ac:chgData name="DANIEL ALEXANDRE RAMAZZOTTE" userId="da9cca94-9105-482e-b155-cd7f190409a2" providerId="ADAL" clId="{4DBF0956-1C20-4CE2-B598-1C28127E1380}" dt="2026-06-12T13:53:52.394" v="2599" actId="26606"/>
          <ac:spMkLst>
            <pc:docMk/>
            <pc:sldMk cId="1007333001" sldId="448"/>
            <ac:spMk id="9" creationId="{0B6CC21C-6AED-2491-2941-2246B6A3BEDA}"/>
          </ac:spMkLst>
        </pc:spChg>
        <pc:spChg chg="add del mod">
          <ac:chgData name="DANIEL ALEXANDRE RAMAZZOTTE" userId="da9cca94-9105-482e-b155-cd7f190409a2" providerId="ADAL" clId="{4DBF0956-1C20-4CE2-B598-1C28127E1380}" dt="2026-06-12T13:53:46.886" v="2593" actId="26606"/>
          <ac:spMkLst>
            <pc:docMk/>
            <pc:sldMk cId="1007333001" sldId="448"/>
            <ac:spMk id="10" creationId="{B6E43256-65A2-2943-B15F-FB84CBC3C2C0}"/>
          </ac:spMkLst>
        </pc:spChg>
        <pc:spChg chg="add del">
          <ac:chgData name="DANIEL ALEXANDRE RAMAZZOTTE" userId="da9cca94-9105-482e-b155-cd7f190409a2" providerId="ADAL" clId="{4DBF0956-1C20-4CE2-B598-1C28127E1380}" dt="2026-06-12T13:53:52.394" v="2599" actId="26606"/>
          <ac:spMkLst>
            <pc:docMk/>
            <pc:sldMk cId="1007333001" sldId="448"/>
            <ac:spMk id="11" creationId="{5D7E94EC-EDD6-8958-7944-6E345F8360F0}"/>
          </ac:spMkLst>
        </pc:spChg>
        <pc:spChg chg="add del mod">
          <ac:chgData name="DANIEL ALEXANDRE RAMAZZOTTE" userId="da9cca94-9105-482e-b155-cd7f190409a2" providerId="ADAL" clId="{4DBF0956-1C20-4CE2-B598-1C28127E1380}" dt="2026-06-12T13:53:46.886" v="2593" actId="26606"/>
          <ac:spMkLst>
            <pc:docMk/>
            <pc:sldMk cId="1007333001" sldId="448"/>
            <ac:spMk id="12" creationId="{04179696-CC58-DEDC-2857-81E85603D19B}"/>
          </ac:spMkLst>
        </pc:spChg>
        <pc:spChg chg="add del mod">
          <ac:chgData name="DANIEL ALEXANDRE RAMAZZOTTE" userId="da9cca94-9105-482e-b155-cd7f190409a2" providerId="ADAL" clId="{4DBF0956-1C20-4CE2-B598-1C28127E1380}" dt="2026-06-12T13:53:55.174" v="2603" actId="26606"/>
          <ac:spMkLst>
            <pc:docMk/>
            <pc:sldMk cId="1007333001" sldId="448"/>
            <ac:spMk id="13" creationId="{C6961323-AB43-A528-181D-DD19A59F6D84}"/>
          </ac:spMkLst>
        </pc:spChg>
        <pc:spChg chg="add del mod">
          <ac:chgData name="DANIEL ALEXANDRE RAMAZZOTTE" userId="da9cca94-9105-482e-b155-cd7f190409a2" providerId="ADAL" clId="{4DBF0956-1C20-4CE2-B598-1C28127E1380}" dt="2026-06-12T13:53:47.974" v="2595" actId="26606"/>
          <ac:spMkLst>
            <pc:docMk/>
            <pc:sldMk cId="1007333001" sldId="448"/>
            <ac:spMk id="14" creationId="{C6961323-AB43-A528-181D-DD19A59F6D84}"/>
          </ac:spMkLst>
        </pc:spChg>
        <pc:spChg chg="add del mod">
          <ac:chgData name="DANIEL ALEXANDRE RAMAZZOTTE" userId="da9cca94-9105-482e-b155-cd7f190409a2" providerId="ADAL" clId="{4DBF0956-1C20-4CE2-B598-1C28127E1380}" dt="2026-06-12T13:53:47.974" v="2595" actId="26606"/>
          <ac:spMkLst>
            <pc:docMk/>
            <pc:sldMk cId="1007333001" sldId="448"/>
            <ac:spMk id="15" creationId="{E3D1A34F-36C0-4D39-E246-66DCB55BED6F}"/>
          </ac:spMkLst>
        </pc:spChg>
        <pc:spChg chg="add del mod">
          <ac:chgData name="DANIEL ALEXANDRE RAMAZZOTTE" userId="da9cca94-9105-482e-b155-cd7f190409a2" providerId="ADAL" clId="{4DBF0956-1C20-4CE2-B598-1C28127E1380}" dt="2026-06-12T13:53:55.174" v="2603" actId="26606"/>
          <ac:spMkLst>
            <pc:docMk/>
            <pc:sldMk cId="1007333001" sldId="448"/>
            <ac:spMk id="16" creationId="{E3D1A34F-36C0-4D39-E246-66DCB55BED6F}"/>
          </ac:spMkLst>
        </pc:spChg>
        <pc:spChg chg="add del mod">
          <ac:chgData name="DANIEL ALEXANDRE RAMAZZOTTE" userId="da9cca94-9105-482e-b155-cd7f190409a2" providerId="ADAL" clId="{4DBF0956-1C20-4CE2-B598-1C28127E1380}" dt="2026-06-12T13:53:55.794" v="2605" actId="26606"/>
          <ac:spMkLst>
            <pc:docMk/>
            <pc:sldMk cId="1007333001" sldId="448"/>
            <ac:spMk id="18" creationId="{B6E43256-65A2-2943-B15F-FB84CBC3C2C0}"/>
          </ac:spMkLst>
        </pc:spChg>
        <pc:spChg chg="add del mod">
          <ac:chgData name="DANIEL ALEXANDRE RAMAZZOTTE" userId="da9cca94-9105-482e-b155-cd7f190409a2" providerId="ADAL" clId="{4DBF0956-1C20-4CE2-B598-1C28127E1380}" dt="2026-06-12T13:53:55.794" v="2605" actId="26606"/>
          <ac:spMkLst>
            <pc:docMk/>
            <pc:sldMk cId="1007333001" sldId="448"/>
            <ac:spMk id="19" creationId="{04179696-CC58-DEDC-2857-81E85603D19B}"/>
          </ac:spMkLst>
        </pc:spChg>
        <pc:spChg chg="add mod">
          <ac:chgData name="DANIEL ALEXANDRE RAMAZZOTTE" userId="da9cca94-9105-482e-b155-cd7f190409a2" providerId="ADAL" clId="{4DBF0956-1C20-4CE2-B598-1C28127E1380}" dt="2026-06-12T13:53:55.834" v="2606" actId="26606"/>
          <ac:spMkLst>
            <pc:docMk/>
            <pc:sldMk cId="1007333001" sldId="448"/>
            <ac:spMk id="21" creationId="{C6961323-AB43-A528-181D-DD19A59F6D84}"/>
          </ac:spMkLst>
        </pc:spChg>
        <pc:spChg chg="add mod">
          <ac:chgData name="DANIEL ALEXANDRE RAMAZZOTTE" userId="da9cca94-9105-482e-b155-cd7f190409a2" providerId="ADAL" clId="{4DBF0956-1C20-4CE2-B598-1C28127E1380}" dt="2026-06-12T13:53:55.834" v="2606" actId="26606"/>
          <ac:spMkLst>
            <pc:docMk/>
            <pc:sldMk cId="1007333001" sldId="448"/>
            <ac:spMk id="22" creationId="{E3D1A34F-36C0-4D39-E246-66DCB55BED6F}"/>
          </ac:spMkLst>
        </pc:spChg>
        <pc:graphicFrameChg chg="add del mod modGraphic">
          <ac:chgData name="DANIEL ALEXANDRE RAMAZZOTTE" userId="da9cca94-9105-482e-b155-cd7f190409a2" providerId="ADAL" clId="{4DBF0956-1C20-4CE2-B598-1C28127E1380}" dt="2026-06-12T13:56:01.380" v="2609" actId="478"/>
          <ac:graphicFrameMkLst>
            <pc:docMk/>
            <pc:sldMk cId="1007333001" sldId="448"/>
            <ac:graphicFrameMk id="3" creationId="{1C61B9B2-2D95-F319-9BCD-39E4CA841989}"/>
          </ac:graphicFrameMkLst>
        </pc:graphicFrameChg>
        <pc:graphicFrameChg chg="add mod modGraphic">
          <ac:chgData name="DANIEL ALEXANDRE RAMAZZOTTE" userId="da9cca94-9105-482e-b155-cd7f190409a2" providerId="ADAL" clId="{4DBF0956-1C20-4CE2-B598-1C28127E1380}" dt="2026-06-12T13:56:47.174" v="2624" actId="14100"/>
          <ac:graphicFrameMkLst>
            <pc:docMk/>
            <pc:sldMk cId="1007333001" sldId="448"/>
            <ac:graphicFrameMk id="6" creationId="{EAB5AD11-68F6-4171-8D68-05ECA2CA269E}"/>
          </ac:graphicFrameMkLst>
        </pc:graphicFrameChg>
        <pc:graphicFrameChg chg="add mod modGraphic">
          <ac:chgData name="DANIEL ALEXANDRE RAMAZZOTTE" userId="da9cca94-9105-482e-b155-cd7f190409a2" providerId="ADAL" clId="{4DBF0956-1C20-4CE2-B598-1C28127E1380}" dt="2026-06-12T13:58:05.210" v="2645" actId="14734"/>
          <ac:graphicFrameMkLst>
            <pc:docMk/>
            <pc:sldMk cId="1007333001" sldId="448"/>
            <ac:graphicFrameMk id="17" creationId="{C26CCA6E-039F-FF40-3177-8613C04C9FB1}"/>
          </ac:graphicFrameMkLst>
        </pc:graphicFrameChg>
        <pc:picChg chg="del">
          <ac:chgData name="DANIEL ALEXANDRE RAMAZZOTTE" userId="da9cca94-9105-482e-b155-cd7f190409a2" providerId="ADAL" clId="{4DBF0956-1C20-4CE2-B598-1C28127E1380}" dt="2026-06-12T13:53:15.396" v="2585" actId="478"/>
          <ac:picMkLst>
            <pc:docMk/>
            <pc:sldMk cId="1007333001" sldId="448"/>
            <ac:picMk id="7" creationId="{B5F0091E-5869-B641-8BCB-E2989FFA7DC5}"/>
          </ac:picMkLst>
        </pc:picChg>
      </pc:sldChg>
      <pc:sldChg chg="delSp modSp add mod">
        <pc:chgData name="DANIEL ALEXANDRE RAMAZZOTTE" userId="da9cca94-9105-482e-b155-cd7f190409a2" providerId="ADAL" clId="{4DBF0956-1C20-4CE2-B598-1C28127E1380}" dt="2026-06-12T14:23:28.314" v="2841" actId="255"/>
        <pc:sldMkLst>
          <pc:docMk/>
          <pc:sldMk cId="3897967068" sldId="449"/>
        </pc:sldMkLst>
        <pc:spChg chg="mod">
          <ac:chgData name="DANIEL ALEXANDRE RAMAZZOTTE" userId="da9cca94-9105-482e-b155-cd7f190409a2" providerId="ADAL" clId="{4DBF0956-1C20-4CE2-B598-1C28127E1380}" dt="2026-06-12T14:04:54.639" v="2685" actId="20577"/>
          <ac:spMkLst>
            <pc:docMk/>
            <pc:sldMk cId="3897967068" sldId="449"/>
            <ac:spMk id="21" creationId="{C2420321-5591-C866-B955-C027E2172849}"/>
          </ac:spMkLst>
        </pc:spChg>
        <pc:spChg chg="mod">
          <ac:chgData name="DANIEL ALEXANDRE RAMAZZOTTE" userId="da9cca94-9105-482e-b155-cd7f190409a2" providerId="ADAL" clId="{4DBF0956-1C20-4CE2-B598-1C28127E1380}" dt="2026-06-12T14:23:28.314" v="2841" actId="255"/>
          <ac:spMkLst>
            <pc:docMk/>
            <pc:sldMk cId="3897967068" sldId="449"/>
            <ac:spMk id="22" creationId="{CD649341-3156-016B-72BB-985A65A8DA66}"/>
          </ac:spMkLst>
        </pc:spChg>
        <pc:graphicFrameChg chg="del modGraphic">
          <ac:chgData name="DANIEL ALEXANDRE RAMAZZOTTE" userId="da9cca94-9105-482e-b155-cd7f190409a2" providerId="ADAL" clId="{4DBF0956-1C20-4CE2-B598-1C28127E1380}" dt="2026-06-12T14:04:48.448" v="2651" actId="478"/>
          <ac:graphicFrameMkLst>
            <pc:docMk/>
            <pc:sldMk cId="3897967068" sldId="449"/>
            <ac:graphicFrameMk id="17" creationId="{4DD793B0-A5EB-048D-520C-9A9FD44788DB}"/>
          </ac:graphicFrameMkLst>
        </pc:graphicFrameChg>
      </pc:sldChg>
      <pc:sldChg chg="modSp add mod">
        <pc:chgData name="DANIEL ALEXANDRE RAMAZZOTTE" userId="da9cca94-9105-482e-b155-cd7f190409a2" providerId="ADAL" clId="{4DBF0956-1C20-4CE2-B598-1C28127E1380}" dt="2026-06-12T14:07:50.045" v="2737" actId="27636"/>
        <pc:sldMkLst>
          <pc:docMk/>
          <pc:sldMk cId="207920841" sldId="450"/>
        </pc:sldMkLst>
        <pc:spChg chg="mod">
          <ac:chgData name="DANIEL ALEXANDRE RAMAZZOTTE" userId="da9cca94-9105-482e-b155-cd7f190409a2" providerId="ADAL" clId="{4DBF0956-1C20-4CE2-B598-1C28127E1380}" dt="2026-06-12T14:07:50.045" v="2737" actId="27636"/>
          <ac:spMkLst>
            <pc:docMk/>
            <pc:sldMk cId="207920841" sldId="450"/>
            <ac:spMk id="4" creationId="{5B9BB43D-B424-288A-6027-CB4C52DE536B}"/>
          </ac:spMkLst>
        </pc:spChg>
      </pc:sldChg>
      <pc:sldChg chg="modSp add mod">
        <pc:chgData name="DANIEL ALEXANDRE RAMAZZOTTE" userId="da9cca94-9105-482e-b155-cd7f190409a2" providerId="ADAL" clId="{4DBF0956-1C20-4CE2-B598-1C28127E1380}" dt="2026-06-12T14:11:56.228" v="2792" actId="20577"/>
        <pc:sldMkLst>
          <pc:docMk/>
          <pc:sldMk cId="1918757307" sldId="451"/>
        </pc:sldMkLst>
        <pc:spChg chg="mod">
          <ac:chgData name="DANIEL ALEXANDRE RAMAZZOTTE" userId="da9cca94-9105-482e-b155-cd7f190409a2" providerId="ADAL" clId="{4DBF0956-1C20-4CE2-B598-1C28127E1380}" dt="2026-06-12T14:11:56.228" v="2792" actId="20577"/>
          <ac:spMkLst>
            <pc:docMk/>
            <pc:sldMk cId="1918757307" sldId="451"/>
            <ac:spMk id="4" creationId="{8DE4ADDB-5D7B-6EBB-892B-0D7343F3ABD5}"/>
          </ac:spMkLst>
        </pc:spChg>
      </pc:sldChg>
      <pc:sldChg chg="modSp add mod">
        <pc:chgData name="DANIEL ALEXANDRE RAMAZZOTTE" userId="da9cca94-9105-482e-b155-cd7f190409a2" providerId="ADAL" clId="{4DBF0956-1C20-4CE2-B598-1C28127E1380}" dt="2026-06-12T14:11:49.220" v="2788" actId="6549"/>
        <pc:sldMkLst>
          <pc:docMk/>
          <pc:sldMk cId="1509842447" sldId="452"/>
        </pc:sldMkLst>
        <pc:spChg chg="mod">
          <ac:chgData name="DANIEL ALEXANDRE RAMAZZOTTE" userId="da9cca94-9105-482e-b155-cd7f190409a2" providerId="ADAL" clId="{4DBF0956-1C20-4CE2-B598-1C28127E1380}" dt="2026-06-12T14:11:49.220" v="2788" actId="6549"/>
          <ac:spMkLst>
            <pc:docMk/>
            <pc:sldMk cId="1509842447" sldId="452"/>
            <ac:spMk id="4" creationId="{7BF619EE-4C33-72FB-E365-E9D695D98966}"/>
          </ac:spMkLst>
        </pc:spChg>
      </pc:sldChg>
      <pc:sldChg chg="modSp add mod">
        <pc:chgData name="DANIEL ALEXANDRE RAMAZZOTTE" userId="da9cca94-9105-482e-b155-cd7f190409a2" providerId="ADAL" clId="{4DBF0956-1C20-4CE2-B598-1C28127E1380}" dt="2026-06-12T14:12:26.046" v="2805" actId="20577"/>
        <pc:sldMkLst>
          <pc:docMk/>
          <pc:sldMk cId="2682393706" sldId="453"/>
        </pc:sldMkLst>
        <pc:spChg chg="mod">
          <ac:chgData name="DANIEL ALEXANDRE RAMAZZOTTE" userId="da9cca94-9105-482e-b155-cd7f190409a2" providerId="ADAL" clId="{4DBF0956-1C20-4CE2-B598-1C28127E1380}" dt="2026-06-12T14:12:26.046" v="2805" actId="20577"/>
          <ac:spMkLst>
            <pc:docMk/>
            <pc:sldMk cId="2682393706" sldId="453"/>
            <ac:spMk id="4" creationId="{90C794FD-7B25-EF1C-1C74-F3486ECB843B}"/>
          </ac:spMkLst>
        </pc:spChg>
      </pc:sldChg>
      <pc:sldChg chg="modSp add mod">
        <pc:chgData name="DANIEL ALEXANDRE RAMAZZOTTE" userId="da9cca94-9105-482e-b155-cd7f190409a2" providerId="ADAL" clId="{4DBF0956-1C20-4CE2-B598-1C28127E1380}" dt="2026-06-12T14:13:21.839" v="2817" actId="20577"/>
        <pc:sldMkLst>
          <pc:docMk/>
          <pc:sldMk cId="2101947939" sldId="454"/>
        </pc:sldMkLst>
        <pc:spChg chg="mod">
          <ac:chgData name="DANIEL ALEXANDRE RAMAZZOTTE" userId="da9cca94-9105-482e-b155-cd7f190409a2" providerId="ADAL" clId="{4DBF0956-1C20-4CE2-B598-1C28127E1380}" dt="2026-06-12T14:13:21.839" v="2817" actId="20577"/>
          <ac:spMkLst>
            <pc:docMk/>
            <pc:sldMk cId="2101947939" sldId="454"/>
            <ac:spMk id="4" creationId="{44C38E3C-17E5-EC29-019E-649E2793AD46}"/>
          </ac:spMkLst>
        </pc:spChg>
      </pc:sldChg>
      <pc:sldChg chg="modSp add mod">
        <pc:chgData name="DANIEL ALEXANDRE RAMAZZOTTE" userId="da9cca94-9105-482e-b155-cd7f190409a2" providerId="ADAL" clId="{4DBF0956-1C20-4CE2-B598-1C28127E1380}" dt="2026-06-12T14:14:15.172" v="2830" actId="20577"/>
        <pc:sldMkLst>
          <pc:docMk/>
          <pc:sldMk cId="4259980108" sldId="455"/>
        </pc:sldMkLst>
        <pc:spChg chg="mod">
          <ac:chgData name="DANIEL ALEXANDRE RAMAZZOTTE" userId="da9cca94-9105-482e-b155-cd7f190409a2" providerId="ADAL" clId="{4DBF0956-1C20-4CE2-B598-1C28127E1380}" dt="2026-06-12T14:14:15.172" v="2830" actId="20577"/>
          <ac:spMkLst>
            <pc:docMk/>
            <pc:sldMk cId="4259980108" sldId="455"/>
            <ac:spMk id="4" creationId="{61E3BBD7-000F-6157-C089-5FE4491AC6B3}"/>
          </ac:spMkLst>
        </pc:spChg>
      </pc:sldChg>
      <pc:sldChg chg="modSp add del mod">
        <pc:chgData name="DANIEL ALEXANDRE RAMAZZOTTE" userId="da9cca94-9105-482e-b155-cd7f190409a2" providerId="ADAL" clId="{4DBF0956-1C20-4CE2-B598-1C28127E1380}" dt="2026-06-12T14:23:50.705" v="2849" actId="2890"/>
        <pc:sldMkLst>
          <pc:docMk/>
          <pc:sldMk cId="773763144" sldId="456"/>
        </pc:sldMkLst>
        <pc:spChg chg="mod">
          <ac:chgData name="DANIEL ALEXANDRE RAMAZZOTTE" userId="da9cca94-9105-482e-b155-cd7f190409a2" providerId="ADAL" clId="{4DBF0956-1C20-4CE2-B598-1C28127E1380}" dt="2026-06-12T14:23:49.943" v="2848" actId="20577"/>
          <ac:spMkLst>
            <pc:docMk/>
            <pc:sldMk cId="773763144" sldId="456"/>
            <ac:spMk id="22" creationId="{63081303-E7B0-83E6-B067-349DC58CE1BD}"/>
          </ac:spMkLst>
        </pc:spChg>
      </pc:sldChg>
      <pc:sldChg chg="modSp add del mod">
        <pc:chgData name="DANIEL ALEXANDRE RAMAZZOTTE" userId="da9cca94-9105-482e-b155-cd7f190409a2" providerId="ADAL" clId="{4DBF0956-1C20-4CE2-B598-1C28127E1380}" dt="2026-06-12T14:24:10.912" v="2862" actId="47"/>
        <pc:sldMkLst>
          <pc:docMk/>
          <pc:sldMk cId="3903355499" sldId="456"/>
        </pc:sldMkLst>
        <pc:spChg chg="mod">
          <ac:chgData name="DANIEL ALEXANDRE RAMAZZOTTE" userId="da9cca94-9105-482e-b155-cd7f190409a2" providerId="ADAL" clId="{4DBF0956-1C20-4CE2-B598-1C28127E1380}" dt="2026-06-12T14:24:01.413" v="2858" actId="20577"/>
          <ac:spMkLst>
            <pc:docMk/>
            <pc:sldMk cId="3903355499" sldId="456"/>
            <ac:spMk id="22" creationId="{389A0C4B-2AE0-558C-AD0D-88BE23F5FBE1}"/>
          </ac:spMkLst>
        </pc:spChg>
      </pc:sldChg>
      <pc:sldChg chg="modSp add mod ord">
        <pc:chgData name="DANIEL ALEXANDRE RAMAZZOTTE" userId="da9cca94-9105-482e-b155-cd7f190409a2" providerId="ADAL" clId="{4DBF0956-1C20-4CE2-B598-1C28127E1380}" dt="2026-06-12T14:25:20.369" v="2892" actId="20577"/>
        <pc:sldMkLst>
          <pc:docMk/>
          <pc:sldMk cId="102533819" sldId="457"/>
        </pc:sldMkLst>
        <pc:spChg chg="mod">
          <ac:chgData name="DANIEL ALEXANDRE RAMAZZOTTE" userId="da9cca94-9105-482e-b155-cd7f190409a2" providerId="ADAL" clId="{4DBF0956-1C20-4CE2-B598-1C28127E1380}" dt="2026-06-12T14:25:20.369" v="2892" actId="20577"/>
          <ac:spMkLst>
            <pc:docMk/>
            <pc:sldMk cId="102533819" sldId="457"/>
            <ac:spMk id="4" creationId="{81A8F83B-A95F-FA10-CE15-33FF04DE293C}"/>
          </ac:spMkLst>
        </pc:spChg>
      </pc:sldChg>
      <pc:sldChg chg="modSp add mod">
        <pc:chgData name="DANIEL ALEXANDRE RAMAZZOTTE" userId="da9cca94-9105-482e-b155-cd7f190409a2" providerId="ADAL" clId="{4DBF0956-1C20-4CE2-B598-1C28127E1380}" dt="2026-06-12T14:26:34.125" v="2934" actId="20577"/>
        <pc:sldMkLst>
          <pc:docMk/>
          <pc:sldMk cId="3691425804" sldId="458"/>
        </pc:sldMkLst>
        <pc:spChg chg="mod">
          <ac:chgData name="DANIEL ALEXANDRE RAMAZZOTTE" userId="da9cca94-9105-482e-b155-cd7f190409a2" providerId="ADAL" clId="{4DBF0956-1C20-4CE2-B598-1C28127E1380}" dt="2026-06-12T14:26:34.125" v="2934" actId="20577"/>
          <ac:spMkLst>
            <pc:docMk/>
            <pc:sldMk cId="3691425804" sldId="458"/>
            <ac:spMk id="4" creationId="{AFDBDAD9-CC6E-97C1-DB3C-5C7613BF088D}"/>
          </ac:spMkLst>
        </pc:spChg>
      </pc:sldChg>
      <pc:sldChg chg="modSp add mod">
        <pc:chgData name="DANIEL ALEXANDRE RAMAZZOTTE" userId="da9cca94-9105-482e-b155-cd7f190409a2" providerId="ADAL" clId="{4DBF0956-1C20-4CE2-B598-1C28127E1380}" dt="2026-06-12T14:27:32.688" v="2956" actId="20577"/>
        <pc:sldMkLst>
          <pc:docMk/>
          <pc:sldMk cId="65422897" sldId="459"/>
        </pc:sldMkLst>
        <pc:spChg chg="mod">
          <ac:chgData name="DANIEL ALEXANDRE RAMAZZOTTE" userId="da9cca94-9105-482e-b155-cd7f190409a2" providerId="ADAL" clId="{4DBF0956-1C20-4CE2-B598-1C28127E1380}" dt="2026-06-12T14:27:32.688" v="2956" actId="20577"/>
          <ac:spMkLst>
            <pc:docMk/>
            <pc:sldMk cId="65422897" sldId="459"/>
            <ac:spMk id="4" creationId="{54752E97-77DC-0768-8A8B-793DCB42B902}"/>
          </ac:spMkLst>
        </pc:spChg>
      </pc:sldChg>
      <pc:sldChg chg="modSp add mod">
        <pc:chgData name="DANIEL ALEXANDRE RAMAZZOTTE" userId="da9cca94-9105-482e-b155-cd7f190409a2" providerId="ADAL" clId="{4DBF0956-1C20-4CE2-B598-1C28127E1380}" dt="2026-06-12T14:29:01.277" v="2968" actId="20577"/>
        <pc:sldMkLst>
          <pc:docMk/>
          <pc:sldMk cId="1954177402" sldId="460"/>
        </pc:sldMkLst>
        <pc:spChg chg="mod">
          <ac:chgData name="DANIEL ALEXANDRE RAMAZZOTTE" userId="da9cca94-9105-482e-b155-cd7f190409a2" providerId="ADAL" clId="{4DBF0956-1C20-4CE2-B598-1C28127E1380}" dt="2026-06-12T14:29:01.277" v="2968" actId="20577"/>
          <ac:spMkLst>
            <pc:docMk/>
            <pc:sldMk cId="1954177402" sldId="460"/>
            <ac:spMk id="4" creationId="{A15D5B0F-9CB6-2540-4530-D4D9FA9D8AE5}"/>
          </ac:spMkLst>
        </pc:spChg>
      </pc:sldChg>
      <pc:sldChg chg="modSp add del">
        <pc:chgData name="DANIEL ALEXANDRE RAMAZZOTTE" userId="da9cca94-9105-482e-b155-cd7f190409a2" providerId="ADAL" clId="{4DBF0956-1C20-4CE2-B598-1C28127E1380}" dt="2026-06-12T14:28:42.338" v="2961" actId="2696"/>
        <pc:sldMkLst>
          <pc:docMk/>
          <pc:sldMk cId="929203988" sldId="461"/>
        </pc:sldMkLst>
        <pc:spChg chg="mod">
          <ac:chgData name="DANIEL ALEXANDRE RAMAZZOTTE" userId="da9cca94-9105-482e-b155-cd7f190409a2" providerId="ADAL" clId="{4DBF0956-1C20-4CE2-B598-1C28127E1380}" dt="2026-06-12T14:27:52.127" v="2960"/>
          <ac:spMkLst>
            <pc:docMk/>
            <pc:sldMk cId="929203988" sldId="461"/>
            <ac:spMk id="4" creationId="{CA429565-C865-337D-1914-B3A8C969DE8C}"/>
          </ac:spMkLst>
        </pc:spChg>
      </pc:sldChg>
      <pc:sldMasterChg chg="delSldLayout">
        <pc:chgData name="DANIEL ALEXANDRE RAMAZZOTTE" userId="da9cca94-9105-482e-b155-cd7f190409a2" providerId="ADAL" clId="{4DBF0956-1C20-4CE2-B598-1C28127E1380}" dt="2026-06-11T16:24:43.283" v="78" actId="47"/>
        <pc:sldMasterMkLst>
          <pc:docMk/>
          <pc:sldMasterMk cId="1048047645" sldId="2147483666"/>
        </pc:sldMasterMkLst>
        <pc:sldLayoutChg chg="del">
          <pc:chgData name="DANIEL ALEXANDRE RAMAZZOTTE" userId="da9cca94-9105-482e-b155-cd7f190409a2" providerId="ADAL" clId="{4DBF0956-1C20-4CE2-B598-1C28127E1380}" dt="2026-06-11T16:23:36.143" v="71" actId="47"/>
          <pc:sldLayoutMkLst>
            <pc:docMk/>
            <pc:sldMasterMk cId="1048047645" sldId="2147483666"/>
            <pc:sldLayoutMk cId="1909597892" sldId="2147483678"/>
          </pc:sldLayoutMkLst>
        </pc:sldLayoutChg>
        <pc:sldLayoutChg chg="del">
          <pc:chgData name="DANIEL ALEXANDRE RAMAZZOTTE" userId="da9cca94-9105-482e-b155-cd7f190409a2" providerId="ADAL" clId="{4DBF0956-1C20-4CE2-B598-1C28127E1380}" dt="2026-06-11T16:24:43.283" v="78" actId="47"/>
          <pc:sldLayoutMkLst>
            <pc:docMk/>
            <pc:sldMasterMk cId="1048047645" sldId="2147483666"/>
            <pc:sldLayoutMk cId="2977067932" sldId="2147483682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12D64355-8CBB-8A7D-57D6-FF073AF31C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327CC58-3CAD-BEA3-A79E-44796044AC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B5E110-C86F-48E0-ABCF-F1A3ACB824DA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380BE5D-E1B7-BA78-6C00-F9E651D3702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4C4033F-891B-4896-B540-3050378E848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0BCE85-82F1-4D0C-8D1B-741647A13C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24021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FE7B48-CCB7-4BA1-A24E-F5E8117E5BB1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006586-28D0-46FA-A603-BC99B5C482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0084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9939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66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8269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956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8398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8174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  <p:pic>
        <p:nvPicPr>
          <p:cNvPr id="5" name="Imagem 4" descr="Logotipo&#10;&#10;Descrição gerada automaticamente">
            <a:extLst>
              <a:ext uri="{FF2B5EF4-FFF2-40B4-BE49-F238E27FC236}">
                <a16:creationId xmlns:a16="http://schemas.microsoft.com/office/drawing/2014/main" id="{ECCBEDDF-E6A9-8435-BFD9-5D4D2584E3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1927" y="6276655"/>
            <a:ext cx="919907" cy="332153"/>
          </a:xfrm>
          <a:prstGeom prst="rect">
            <a:avLst/>
          </a:prstGeom>
        </p:spPr>
      </p:pic>
      <p:pic>
        <p:nvPicPr>
          <p:cNvPr id="6" name="Imagem 5" descr="Placa vermelha com letras brancas&#10;&#10;Descrição gerada automaticamente com confiança média">
            <a:extLst>
              <a:ext uri="{FF2B5EF4-FFF2-40B4-BE49-F238E27FC236}">
                <a16:creationId xmlns:a16="http://schemas.microsoft.com/office/drawing/2014/main" id="{3CA9491A-2500-04E9-D38D-833E1D2D1E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66" y="6276655"/>
            <a:ext cx="395826" cy="33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495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5477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165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235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55404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abeçalho da Seção">
    <p:bg>
      <p:bgPr>
        <a:solidFill>
          <a:srgbClr val="1630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 descr="Texto, Logotipo&#10;&#10;Descrição gerada automaticamente">
            <a:extLst>
              <a:ext uri="{FF2B5EF4-FFF2-40B4-BE49-F238E27FC236}">
                <a16:creationId xmlns:a16="http://schemas.microsoft.com/office/drawing/2014/main" id="{55698509-1D57-EB84-D197-9E95509E8B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1927" y="6276655"/>
            <a:ext cx="917269" cy="3312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D268158-BEC3-508C-98D8-2DF7DC78D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02632"/>
            <a:ext cx="10515600" cy="2852737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0A0FB7-6043-E26E-D1C1-0515C7A59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2FBCB7-88FC-856E-515D-347A2AABE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DB93DB-7CDB-E176-EDCD-65481BB54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  <p:pic>
        <p:nvPicPr>
          <p:cNvPr id="9" name="Imagem 8" descr="Placa vermelha com letras brancas&#10;&#10;Descrição gerada automaticamente com confiança média">
            <a:extLst>
              <a:ext uri="{FF2B5EF4-FFF2-40B4-BE49-F238E27FC236}">
                <a16:creationId xmlns:a16="http://schemas.microsoft.com/office/drawing/2014/main" id="{ED961C5A-4D8D-359D-987E-B393BB7AAF7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66" y="6276655"/>
            <a:ext cx="395826" cy="33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0127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64F99C34-A082-5E60-D91F-F90329A9E80C}"/>
              </a:ext>
            </a:extLst>
          </p:cNvPr>
          <p:cNvSpPr/>
          <p:nvPr userDrawn="1"/>
        </p:nvSpPr>
        <p:spPr>
          <a:xfrm>
            <a:off x="0" y="0"/>
            <a:ext cx="5249100" cy="6858000"/>
          </a:xfrm>
          <a:prstGeom prst="rect">
            <a:avLst/>
          </a:prstGeom>
          <a:solidFill>
            <a:srgbClr val="1630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D62ACB-EEFA-1428-AFD0-B8A049A1D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2900" y="987425"/>
            <a:ext cx="593248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BEC817C-FA32-BE58-8557-854990BA4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8431" y="979487"/>
            <a:ext cx="3932237" cy="488156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4E65537-5CD9-D1FF-F29D-1D9C91A9F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8F1997-BB3C-3988-0B78-513126094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B8464B-8829-104F-3FDB-C15E24A92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Imagem 7" descr="Logotipo&#10;&#10;Descrição gerada automaticamente">
            <a:extLst>
              <a:ext uri="{FF2B5EF4-FFF2-40B4-BE49-F238E27FC236}">
                <a16:creationId xmlns:a16="http://schemas.microsoft.com/office/drawing/2014/main" id="{0CEFD8BA-5D6A-8764-76BE-1B52775A79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1927" y="6276655"/>
            <a:ext cx="919907" cy="332153"/>
          </a:xfrm>
          <a:prstGeom prst="rect">
            <a:avLst/>
          </a:prstGeom>
        </p:spPr>
      </p:pic>
      <p:pic>
        <p:nvPicPr>
          <p:cNvPr id="9" name="Imagem 8" descr="Placa vermelha com letras brancas&#10;&#10;Descrição gerada automaticamente com confiança média">
            <a:extLst>
              <a:ext uri="{FF2B5EF4-FFF2-40B4-BE49-F238E27FC236}">
                <a16:creationId xmlns:a16="http://schemas.microsoft.com/office/drawing/2014/main" id="{1D66BCAA-4CF9-5624-904F-D15725AF6E1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66" y="6276655"/>
            <a:ext cx="395826" cy="33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8887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610A68-A004-5B9B-6215-EDDDC7B75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166" y="365126"/>
            <a:ext cx="11551668" cy="521566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43D293-44BC-D7B5-D651-09C7DDB6B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166" y="1408258"/>
            <a:ext cx="11551668" cy="476870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22C96D-EBB1-48B5-23D6-9036F4640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055430-551F-D2E1-45C1-3E89C7B06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AA377D-321F-16BE-D103-78B527C0E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DB67FF10-C7A3-104F-F296-1BCFB5A74A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166" y="886692"/>
            <a:ext cx="11551668" cy="383743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9" name="Imagem 8" descr="Logotipo&#10;&#10;Descrição gerada automaticamente">
            <a:extLst>
              <a:ext uri="{FF2B5EF4-FFF2-40B4-BE49-F238E27FC236}">
                <a16:creationId xmlns:a16="http://schemas.microsoft.com/office/drawing/2014/main" id="{E10259B9-19C3-D0DC-5143-7A4C57A6FE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1927" y="6276655"/>
            <a:ext cx="919907" cy="332153"/>
          </a:xfrm>
          <a:prstGeom prst="rect">
            <a:avLst/>
          </a:prstGeom>
        </p:spPr>
      </p:pic>
      <p:pic>
        <p:nvPicPr>
          <p:cNvPr id="11" name="Imagem 10" descr="Placa vermelha com letras brancas&#10;&#10;Descrição gerada automaticamente com confiança média">
            <a:extLst>
              <a:ext uri="{FF2B5EF4-FFF2-40B4-BE49-F238E27FC236}">
                <a16:creationId xmlns:a16="http://schemas.microsoft.com/office/drawing/2014/main" id="{E8D30009-2159-4A97-E532-F28528B1F82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66" y="6276655"/>
            <a:ext cx="395826" cy="33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233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610A68-A004-5B9B-6215-EDDDC7B75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165" y="365126"/>
            <a:ext cx="11551667" cy="521566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43D293-44BC-D7B5-D651-09C7DDB6B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166" y="1408258"/>
            <a:ext cx="9158034" cy="476870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22C96D-EBB1-48B5-23D6-9036F4640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055430-551F-D2E1-45C1-3E89C7B06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AA377D-321F-16BE-D103-78B527C0E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DB67FF10-C7A3-104F-F296-1BCFB5A74A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165" y="886692"/>
            <a:ext cx="11551667" cy="383743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9" name="Imagem 8" descr="Logotipo&#10;&#10;Descrição gerada automaticamente">
            <a:extLst>
              <a:ext uri="{FF2B5EF4-FFF2-40B4-BE49-F238E27FC236}">
                <a16:creationId xmlns:a16="http://schemas.microsoft.com/office/drawing/2014/main" id="{E10259B9-19C3-D0DC-5143-7A4C57A6FE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1927" y="6276655"/>
            <a:ext cx="919907" cy="332153"/>
          </a:xfrm>
          <a:prstGeom prst="rect">
            <a:avLst/>
          </a:prstGeom>
        </p:spPr>
      </p:pic>
      <p:pic>
        <p:nvPicPr>
          <p:cNvPr id="11" name="Imagem 10" descr="Placa vermelha com letras brancas&#10;&#10;Descrição gerada automaticamente com confiança média">
            <a:extLst>
              <a:ext uri="{FF2B5EF4-FFF2-40B4-BE49-F238E27FC236}">
                <a16:creationId xmlns:a16="http://schemas.microsoft.com/office/drawing/2014/main" id="{E8D30009-2159-4A97-E532-F28528B1F82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66" y="6276655"/>
            <a:ext cx="395826" cy="332153"/>
          </a:xfrm>
          <a:prstGeom prst="rect">
            <a:avLst/>
          </a:prstGeom>
        </p:spPr>
      </p:pic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64FCC4E4-04A1-18B6-3DB7-934E423F8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75320" y="1408112"/>
            <a:ext cx="2296513" cy="4768705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just">
              <a:buNone/>
              <a:defRPr lang="pt-BR" sz="1200" dirty="0" smtClean="0"/>
            </a:lvl1pPr>
            <a:lvl2pPr>
              <a:defRPr lang="pt-BR" sz="1800" dirty="0" smtClean="0"/>
            </a:lvl2pPr>
            <a:lvl3pPr>
              <a:defRPr lang="pt-BR" sz="1600" dirty="0" smtClean="0"/>
            </a:lvl3pPr>
            <a:lvl4pPr>
              <a:defRPr lang="pt-BR" sz="1400" dirty="0" smtClean="0"/>
            </a:lvl4pPr>
            <a:lvl5pPr>
              <a:defRPr lang="pt-BR" sz="1400" dirty="0"/>
            </a:lvl5pPr>
          </a:lstStyle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06234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C79FE0-302F-434C-6C93-71ABF72CC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166" y="365125"/>
            <a:ext cx="11551668" cy="522000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6E331F-6DA7-5551-159C-7ACDA99FD6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0166" y="1408113"/>
            <a:ext cx="5699634" cy="2340000"/>
          </a:xfrm>
        </p:spPr>
        <p:txBody>
          <a:bodyPr>
            <a:normAutofit/>
          </a:bodyPr>
          <a:lstStyle>
            <a:lvl1pPr>
              <a:defRPr lang="pt-BR" sz="1800" dirty="0"/>
            </a:lvl1pPr>
            <a:lvl2pPr>
              <a:defRPr lang="pt-BR" sz="1600" dirty="0"/>
            </a:lvl2pPr>
            <a:lvl3pPr>
              <a:defRPr lang="pt-BR" sz="1400" dirty="0"/>
            </a:lvl3pPr>
            <a:lvl4pPr>
              <a:defRPr lang="pt-BR" sz="1200" dirty="0"/>
            </a:lvl4pPr>
            <a:lvl5pPr>
              <a:defRPr lang="pt-BR" sz="1200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DD754B-AF44-5811-E614-C0A0D0612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08113"/>
            <a:ext cx="5699634" cy="476885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0B924C5-BDEA-B787-AC83-B1BD181C4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A600CF7-BEDC-161A-A48B-A746D52F3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468029-416C-5080-A931-E128FE511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Imagem 7" descr="Logotipo&#10;&#10;Descrição gerada automaticamente">
            <a:extLst>
              <a:ext uri="{FF2B5EF4-FFF2-40B4-BE49-F238E27FC236}">
                <a16:creationId xmlns:a16="http://schemas.microsoft.com/office/drawing/2014/main" id="{8692E152-9411-B309-3448-776314F7B6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1927" y="6276655"/>
            <a:ext cx="919907" cy="332153"/>
          </a:xfrm>
          <a:prstGeom prst="rect">
            <a:avLst/>
          </a:prstGeom>
        </p:spPr>
      </p:pic>
      <p:pic>
        <p:nvPicPr>
          <p:cNvPr id="9" name="Imagem 8" descr="Placa vermelha com letras brancas&#10;&#10;Descrição gerada automaticamente com confiança média">
            <a:extLst>
              <a:ext uri="{FF2B5EF4-FFF2-40B4-BE49-F238E27FC236}">
                <a16:creationId xmlns:a16="http://schemas.microsoft.com/office/drawing/2014/main" id="{5F607262-F5D7-43A1-92AA-7E59544DAD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66" y="6276655"/>
            <a:ext cx="395826" cy="332153"/>
          </a:xfrm>
          <a:prstGeom prst="rect">
            <a:avLst/>
          </a:prstGeom>
        </p:spPr>
      </p:pic>
      <p:sp>
        <p:nvSpPr>
          <p:cNvPr id="10" name="Espaço Reservado para Texto 7">
            <a:extLst>
              <a:ext uri="{FF2B5EF4-FFF2-40B4-BE49-F238E27FC236}">
                <a16:creationId xmlns:a16="http://schemas.microsoft.com/office/drawing/2014/main" id="{4332392D-676F-8A09-A78E-28B40CBA2D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166" y="886692"/>
            <a:ext cx="11551668" cy="383743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F678E693-BE14-FFA5-5BA9-2EACCC4F88C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20167" y="3836963"/>
            <a:ext cx="5699633" cy="2340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pt-BR" sz="1800" smtClean="0"/>
            </a:lvl1pPr>
            <a:lvl2pPr>
              <a:defRPr lang="pt-BR" sz="1600" smtClean="0"/>
            </a:lvl2pPr>
            <a:lvl3pPr>
              <a:defRPr lang="pt-BR" sz="1400" smtClean="0"/>
            </a:lvl3pPr>
            <a:lvl4pPr>
              <a:defRPr lang="pt-BR" sz="1200" smtClean="0"/>
            </a:lvl4pPr>
            <a:lvl5pPr>
              <a:defRPr lang="pt-BR"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7826071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C79FE0-302F-434C-6C93-71ABF72CC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166" y="365125"/>
            <a:ext cx="11551668" cy="522000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6E331F-6DA7-5551-159C-7ACDA99FD6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0166" y="1408112"/>
            <a:ext cx="5699634" cy="4768849"/>
          </a:xfrm>
        </p:spPr>
        <p:txBody>
          <a:bodyPr>
            <a:normAutofit/>
          </a:bodyPr>
          <a:lstStyle>
            <a:lvl1pPr>
              <a:defRPr lang="pt-BR" sz="1800" dirty="0"/>
            </a:lvl1pPr>
            <a:lvl2pPr>
              <a:defRPr lang="pt-BR" sz="1600" dirty="0"/>
            </a:lvl2pPr>
            <a:lvl3pPr>
              <a:defRPr lang="pt-BR" sz="1400" dirty="0"/>
            </a:lvl3pPr>
            <a:lvl4pPr>
              <a:defRPr lang="pt-BR" sz="1200" dirty="0"/>
            </a:lvl4pPr>
            <a:lvl5pPr>
              <a:defRPr lang="pt-BR" sz="1200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DD754B-AF44-5811-E614-C0A0D0612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08113"/>
            <a:ext cx="5699634" cy="23400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0B924C5-BDEA-B787-AC83-B1BD181C4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A600CF7-BEDC-161A-A48B-A746D52F3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468029-416C-5080-A931-E128FE511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Imagem 7" descr="Logotipo&#10;&#10;Descrição gerada automaticamente">
            <a:extLst>
              <a:ext uri="{FF2B5EF4-FFF2-40B4-BE49-F238E27FC236}">
                <a16:creationId xmlns:a16="http://schemas.microsoft.com/office/drawing/2014/main" id="{8692E152-9411-B309-3448-776314F7B6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1927" y="6276655"/>
            <a:ext cx="919907" cy="332153"/>
          </a:xfrm>
          <a:prstGeom prst="rect">
            <a:avLst/>
          </a:prstGeom>
        </p:spPr>
      </p:pic>
      <p:pic>
        <p:nvPicPr>
          <p:cNvPr id="9" name="Imagem 8" descr="Placa vermelha com letras brancas&#10;&#10;Descrição gerada automaticamente com confiança média">
            <a:extLst>
              <a:ext uri="{FF2B5EF4-FFF2-40B4-BE49-F238E27FC236}">
                <a16:creationId xmlns:a16="http://schemas.microsoft.com/office/drawing/2014/main" id="{5F607262-F5D7-43A1-92AA-7E59544DAD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66" y="6276655"/>
            <a:ext cx="395826" cy="332153"/>
          </a:xfrm>
          <a:prstGeom prst="rect">
            <a:avLst/>
          </a:prstGeom>
        </p:spPr>
      </p:pic>
      <p:sp>
        <p:nvSpPr>
          <p:cNvPr id="10" name="Espaço Reservado para Texto 7">
            <a:extLst>
              <a:ext uri="{FF2B5EF4-FFF2-40B4-BE49-F238E27FC236}">
                <a16:creationId xmlns:a16="http://schemas.microsoft.com/office/drawing/2014/main" id="{4332392D-676F-8A09-A78E-28B40CBA2D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166" y="886692"/>
            <a:ext cx="11551668" cy="383743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A458088C-384C-E884-3A53-E1785D68BF2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72200" y="3836963"/>
            <a:ext cx="5699632" cy="233999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pt-BR" sz="1800" dirty="0" smtClean="0"/>
            </a:lvl1pPr>
            <a:lvl2pPr>
              <a:defRPr lang="pt-BR" sz="1600" dirty="0" smtClean="0"/>
            </a:lvl2pPr>
            <a:lvl3pPr>
              <a:defRPr lang="pt-BR" sz="1400" dirty="0" smtClean="0"/>
            </a:lvl3pPr>
            <a:lvl4pPr>
              <a:defRPr lang="pt-BR" sz="1200" dirty="0" smtClean="0"/>
            </a:lvl4pPr>
            <a:lvl5pPr>
              <a:defRPr lang="pt-BR" sz="1200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9963392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C79FE0-302F-434C-6C93-71ABF72CC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166" y="365125"/>
            <a:ext cx="11551668" cy="522000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6E331F-6DA7-5551-159C-7ACDA99FD6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0166" y="1408113"/>
            <a:ext cx="5699634" cy="2340000"/>
          </a:xfrm>
        </p:spPr>
        <p:txBody>
          <a:bodyPr>
            <a:normAutofit/>
          </a:bodyPr>
          <a:lstStyle>
            <a:lvl1pPr>
              <a:defRPr lang="pt-BR" sz="1800" dirty="0"/>
            </a:lvl1pPr>
            <a:lvl2pPr>
              <a:defRPr lang="pt-BR" sz="1600" dirty="0"/>
            </a:lvl2pPr>
            <a:lvl3pPr>
              <a:defRPr lang="pt-BR" sz="1400" dirty="0"/>
            </a:lvl3pPr>
            <a:lvl4pPr>
              <a:defRPr lang="pt-BR" sz="1200" dirty="0"/>
            </a:lvl4pPr>
            <a:lvl5pPr>
              <a:defRPr lang="pt-BR" sz="1200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DD754B-AF44-5811-E614-C0A0D0612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08113"/>
            <a:ext cx="5699634" cy="23400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0B924C5-BDEA-B787-AC83-B1BD181C4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A600CF7-BEDC-161A-A48B-A746D52F3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468029-416C-5080-A931-E128FE511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Imagem 7" descr="Logotipo&#10;&#10;Descrição gerada automaticamente">
            <a:extLst>
              <a:ext uri="{FF2B5EF4-FFF2-40B4-BE49-F238E27FC236}">
                <a16:creationId xmlns:a16="http://schemas.microsoft.com/office/drawing/2014/main" id="{8692E152-9411-B309-3448-776314F7B6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1927" y="6276655"/>
            <a:ext cx="919907" cy="332153"/>
          </a:xfrm>
          <a:prstGeom prst="rect">
            <a:avLst/>
          </a:prstGeom>
        </p:spPr>
      </p:pic>
      <p:pic>
        <p:nvPicPr>
          <p:cNvPr id="9" name="Imagem 8" descr="Placa vermelha com letras brancas&#10;&#10;Descrição gerada automaticamente com confiança média">
            <a:extLst>
              <a:ext uri="{FF2B5EF4-FFF2-40B4-BE49-F238E27FC236}">
                <a16:creationId xmlns:a16="http://schemas.microsoft.com/office/drawing/2014/main" id="{5F607262-F5D7-43A1-92AA-7E59544DAD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66" y="6276655"/>
            <a:ext cx="395826" cy="332153"/>
          </a:xfrm>
          <a:prstGeom prst="rect">
            <a:avLst/>
          </a:prstGeom>
        </p:spPr>
      </p:pic>
      <p:sp>
        <p:nvSpPr>
          <p:cNvPr id="10" name="Espaço Reservado para Texto 7">
            <a:extLst>
              <a:ext uri="{FF2B5EF4-FFF2-40B4-BE49-F238E27FC236}">
                <a16:creationId xmlns:a16="http://schemas.microsoft.com/office/drawing/2014/main" id="{4332392D-676F-8A09-A78E-28B40CBA2D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166" y="886692"/>
            <a:ext cx="11551668" cy="383743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F678E693-BE14-FFA5-5BA9-2EACCC4F88C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20167" y="3836963"/>
            <a:ext cx="5699633" cy="2340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pt-BR" sz="1800" smtClean="0"/>
            </a:lvl1pPr>
            <a:lvl2pPr>
              <a:defRPr lang="pt-BR" sz="1600" smtClean="0"/>
            </a:lvl2pPr>
            <a:lvl3pPr>
              <a:defRPr lang="pt-BR" sz="1400" smtClean="0"/>
            </a:lvl3pPr>
            <a:lvl4pPr>
              <a:defRPr lang="pt-BR" sz="1200" smtClean="0"/>
            </a:lvl4pPr>
            <a:lvl5pPr>
              <a:defRPr lang="pt-BR"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A458088C-384C-E884-3A53-E1785D68BF2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72200" y="3836963"/>
            <a:ext cx="5699632" cy="233999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pt-BR" sz="1800" dirty="0" smtClean="0"/>
            </a:lvl1pPr>
            <a:lvl2pPr>
              <a:defRPr lang="pt-BR" sz="1600" dirty="0" smtClean="0"/>
            </a:lvl2pPr>
            <a:lvl3pPr>
              <a:defRPr lang="pt-BR" sz="1400" dirty="0" smtClean="0"/>
            </a:lvl3pPr>
            <a:lvl4pPr>
              <a:defRPr lang="pt-BR" sz="1200" dirty="0" smtClean="0"/>
            </a:lvl4pPr>
            <a:lvl5pPr>
              <a:defRPr lang="pt-BR" sz="1200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611672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2DEA9D-7575-4ABF-AD36-4DA550E9FD95}" type="datetimeFigureOut">
              <a:rPr lang="pt-BR" smtClean="0"/>
              <a:t>15/06/2026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60DAFC9A-3B67-94BF-8646-B4AC05281F78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1927" y="6276655"/>
            <a:ext cx="919907" cy="332153"/>
          </a:xfrm>
          <a:prstGeom prst="rect">
            <a:avLst/>
          </a:prstGeom>
        </p:spPr>
      </p:pic>
      <p:pic>
        <p:nvPicPr>
          <p:cNvPr id="8" name="Imagem 7" descr="Placa vermelha com letras brancas&#10;&#10;Descrição gerada automaticamente com confiança média">
            <a:extLst>
              <a:ext uri="{FF2B5EF4-FFF2-40B4-BE49-F238E27FC236}">
                <a16:creationId xmlns:a16="http://schemas.microsoft.com/office/drawing/2014/main" id="{3CE7BB3C-CBC2-62F7-60E2-56771DDC0117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66" y="6276655"/>
            <a:ext cx="395826" cy="33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047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9" r:id="rId12"/>
    <p:sldLayoutId id="2147483680" r:id="rId13"/>
    <p:sldLayoutId id="2147483681" r:id="rId14"/>
    <p:sldLayoutId id="2147483661" r:id="rId15"/>
    <p:sldLayoutId id="2147483665" r:id="rId16"/>
    <p:sldLayoutId id="2147483664" r:id="rId17"/>
    <p:sldLayoutId id="2147483662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180C42-865C-6B97-E210-54FBBB62A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3119"/>
            <a:ext cx="10515600" cy="2852737"/>
          </a:xfrm>
        </p:spPr>
        <p:txBody>
          <a:bodyPr/>
          <a:lstStyle/>
          <a:p>
            <a:r>
              <a:rPr lang="pt-BR" dirty="0"/>
              <a:t>Projeção de Vendas Definição Modelo</a:t>
            </a:r>
          </a:p>
        </p:txBody>
      </p:sp>
    </p:spTree>
    <p:extLst>
      <p:ext uri="{BB962C8B-B14F-4D97-AF65-F5344CB8AC3E}">
        <p14:creationId xmlns:p14="http://schemas.microsoft.com/office/powerpoint/2010/main" val="458569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BC16498-61B0-C274-EE04-2519D7DC1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>
                <a:latin typeface="+mj-lt"/>
              </a:rPr>
              <a:t>Método Atual</a:t>
            </a:r>
          </a:p>
        </p:txBody>
      </p:sp>
    </p:spTree>
    <p:extLst>
      <p:ext uri="{BB962C8B-B14F-4D97-AF65-F5344CB8AC3E}">
        <p14:creationId xmlns:p14="http://schemas.microsoft.com/office/powerpoint/2010/main" val="4027246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EFB5B8-C907-79FD-2113-DCA54A5C0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Utilizado e Técnicas de Modelagem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15F7B2C-F66A-48FA-FC3A-FF0A4CD714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0166" y="1240941"/>
            <a:ext cx="11025858" cy="29782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Escolhemos métodos supervisionados, pois trabalhamos com dados históricos rotulados. Esses dados incluem vendas passadas e variáveis como datas, sazonalidades e características definidas.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 aprendizado supervisionado é ideal para previsões específicas, aproveitando as relações entre variáveis para prever o volume de vendas futuro com maior precisão.</a:t>
            </a:r>
            <a:endParaRPr kumimoji="0" lang="pt-BR" altLang="pt-B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altLang="pt-BR" sz="1400" b="1" dirty="0"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Método - TPOT como Solução </a:t>
            </a:r>
            <a:r>
              <a:rPr kumimoji="0" lang="pt-BR" altLang="pt-B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AutoML</a:t>
            </a:r>
            <a:r>
              <a:rPr lang="pt-BR" altLang="pt-BR" sz="1400" b="1" dirty="0">
                <a:cs typeface="Arial" panose="020B0604020202020204" pitchFamily="34" charset="0"/>
              </a:rPr>
              <a:t>:</a:t>
            </a: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b="1" dirty="0">
                <a:cs typeface="Arial" panose="020B0604020202020204" pitchFamily="34" charset="0"/>
              </a:rPr>
              <a:t>Seleção e processamento de features</a:t>
            </a:r>
            <a:r>
              <a:rPr lang="pt-BR" sz="1400" dirty="0">
                <a:cs typeface="Arial" panose="020B0604020202020204" pitchFamily="34" charset="0"/>
              </a:rPr>
              <a:t>: Identificando e ajustando variáveis automaticamente.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b="1" dirty="0">
                <a:cs typeface="Arial" panose="020B0604020202020204" pitchFamily="34" charset="0"/>
              </a:rPr>
              <a:t>Construção do pipeline de aprendizado</a:t>
            </a:r>
            <a:r>
              <a:rPr lang="pt-BR" sz="1400" dirty="0">
                <a:cs typeface="Arial" panose="020B0604020202020204" pitchFamily="34" charset="0"/>
              </a:rPr>
              <a:t>: Escolhendo modelos e otimizando </a:t>
            </a:r>
            <a:r>
              <a:rPr lang="pt-BR" sz="1400" dirty="0" err="1">
                <a:cs typeface="Arial" panose="020B0604020202020204" pitchFamily="34" charset="0"/>
              </a:rPr>
              <a:t>hiperparâmetros</a:t>
            </a:r>
            <a:r>
              <a:rPr lang="pt-BR" sz="1400" dirty="0">
                <a:cs typeface="Arial" panose="020B0604020202020204" pitchFamily="34" charset="0"/>
              </a:rPr>
              <a:t> sem intervenção manual.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Benefício da Meta-Aprendizagem:</a:t>
            </a: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O TPOT realiza empilhamento e combinação de algoritmos, o que representa uma meta-aprendizagem, permitindo ao modelo "aprender a aprender" de experiências passadas e melhorar o desempenho.</a:t>
            </a:r>
          </a:p>
        </p:txBody>
      </p:sp>
      <p:pic>
        <p:nvPicPr>
          <p:cNvPr id="3" name="Imagem 2" descr="Diagrama&#10;&#10;Descrição gerada automaticamente">
            <a:extLst>
              <a:ext uri="{FF2B5EF4-FFF2-40B4-BE49-F238E27FC236}">
                <a16:creationId xmlns:a16="http://schemas.microsoft.com/office/drawing/2014/main" id="{DC1FC6BF-9BD7-E7D4-8603-D8F0244E85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0190" y="4427146"/>
            <a:ext cx="5592657" cy="2271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923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B213F-EB62-47FE-AD57-6729FE374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400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Métodos que podem ser usados</a:t>
            </a:r>
            <a:endParaRPr lang="pt-BR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490E9A4-6CAD-4BAF-F702-0331F1CAD4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0166" y="1625910"/>
            <a:ext cx="11307223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Vantagem Evolutiva: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Em vez de testar todas as combinações, o TPOT utiliza algoritmos genéticos para aprimorar continuamente os pipelines promissores.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t-BR" sz="1400" b="1" dirty="0">
                <a:cs typeface="Arial" panose="020B0604020202020204" pitchFamily="34" charset="0"/>
              </a:rPr>
              <a:t>Alguns dos utilizados aqui foram:</a:t>
            </a:r>
          </a:p>
          <a:p>
            <a:pPr marL="0"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sz="1400" b="1" dirty="0">
              <a:cs typeface="Arial" panose="020B0604020202020204" pitchFamily="34" charset="0"/>
            </a:endParaRPr>
          </a:p>
          <a:p>
            <a:pPr marL="0"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sz="1400" b="1" dirty="0">
                <a:cs typeface="Arial" panose="020B0604020202020204" pitchFamily="34" charset="0"/>
              </a:rPr>
              <a:t>Modelos Lineares: </a:t>
            </a:r>
            <a:r>
              <a:rPr lang="pt-BR" sz="1400" dirty="0">
                <a:cs typeface="Arial" panose="020B0604020202020204" pitchFamily="34" charset="0"/>
              </a:rPr>
              <a:t>Utilizados quando há uma relação linear entre variáveis independentes e a variável alvo. Esses modelos são eficientes em termos , dentre eles : </a:t>
            </a:r>
            <a:r>
              <a:rPr lang="pt-BR" altLang="pt-BR" sz="1400" dirty="0" err="1">
                <a:cs typeface="Arial" panose="020B0604020202020204" pitchFamily="34" charset="0"/>
              </a:rPr>
              <a:t>LinearRegression</a:t>
            </a:r>
            <a:r>
              <a:rPr lang="pt-BR" altLang="pt-BR" sz="1400" dirty="0">
                <a:cs typeface="Arial" panose="020B0604020202020204" pitchFamily="34" charset="0"/>
              </a:rPr>
              <a:t>, Ridge, Lasso, e </a:t>
            </a:r>
            <a:r>
              <a:rPr lang="pt-BR" altLang="pt-BR" sz="1400" dirty="0" err="1">
                <a:cs typeface="Arial" panose="020B0604020202020204" pitchFamily="34" charset="0"/>
              </a:rPr>
              <a:t>ElasticNet</a:t>
            </a:r>
            <a:r>
              <a:rPr lang="pt-BR" altLang="pt-BR" sz="1400" dirty="0">
                <a:cs typeface="Arial" panose="020B0604020202020204" pitchFamily="34" charset="0"/>
              </a:rPr>
              <a:t>.</a:t>
            </a:r>
          </a:p>
          <a:p>
            <a:pPr marL="0"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altLang="pt-BR" sz="1400" b="1" dirty="0">
              <a:cs typeface="Arial" panose="020B0604020202020204" pitchFamily="34" charset="0"/>
            </a:endParaRPr>
          </a:p>
          <a:p>
            <a:pPr marL="0"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altLang="pt-BR" sz="1400" b="1" dirty="0">
                <a:cs typeface="Arial" panose="020B0604020202020204" pitchFamily="34" charset="0"/>
              </a:rPr>
              <a:t>Modelos baseados em árvores</a:t>
            </a:r>
            <a:r>
              <a:rPr lang="pt-BR" altLang="pt-BR" sz="1400" dirty="0">
                <a:cs typeface="Arial" panose="020B0604020202020204" pitchFamily="34" charset="0"/>
              </a:rPr>
              <a:t>: </a:t>
            </a:r>
            <a:r>
              <a:rPr lang="pt-BR" sz="1400" dirty="0">
                <a:cs typeface="Arial" panose="020B0604020202020204" pitchFamily="34" charset="0"/>
              </a:rPr>
              <a:t>Adequados para capturar relações não lineares e interações complexas entre variáveis: </a:t>
            </a:r>
            <a:r>
              <a:rPr lang="pt-BR" altLang="pt-BR" sz="1400" dirty="0" err="1">
                <a:cs typeface="Arial" panose="020B0604020202020204" pitchFamily="34" charset="0"/>
              </a:rPr>
              <a:t>DecisionTreeRegressor</a:t>
            </a:r>
            <a:r>
              <a:rPr lang="pt-BR" altLang="pt-BR" sz="1400" dirty="0">
                <a:cs typeface="Arial" panose="020B0604020202020204" pitchFamily="34" charset="0"/>
              </a:rPr>
              <a:t>, </a:t>
            </a:r>
            <a:r>
              <a:rPr lang="pt-BR" altLang="pt-BR" sz="1400" dirty="0" err="1">
                <a:cs typeface="Arial" panose="020B0604020202020204" pitchFamily="34" charset="0"/>
              </a:rPr>
              <a:t>RandomForestRegressor</a:t>
            </a:r>
            <a:r>
              <a:rPr lang="pt-BR" altLang="pt-BR" sz="1400" dirty="0">
                <a:cs typeface="Arial" panose="020B0604020202020204" pitchFamily="34" charset="0"/>
              </a:rPr>
              <a:t>, e </a:t>
            </a:r>
            <a:r>
              <a:rPr lang="pt-BR" altLang="pt-BR" sz="1400" dirty="0" err="1">
                <a:cs typeface="Arial" panose="020B0604020202020204" pitchFamily="34" charset="0"/>
              </a:rPr>
              <a:t>ExtraTreesRegressor</a:t>
            </a:r>
            <a:r>
              <a:rPr lang="pt-BR" altLang="pt-BR" sz="1400" dirty="0">
                <a:cs typeface="Arial" panose="020B0604020202020204" pitchFamily="34" charset="0"/>
              </a:rPr>
              <a:t>.</a:t>
            </a:r>
          </a:p>
          <a:p>
            <a:pPr marL="0"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altLang="pt-BR" sz="1400" dirty="0">
              <a:cs typeface="Arial" panose="020B0604020202020204" pitchFamily="34" charset="0"/>
            </a:endParaRPr>
          </a:p>
          <a:p>
            <a:pPr marL="0"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altLang="pt-BR" sz="1400" b="1" dirty="0">
                <a:cs typeface="Arial" panose="020B0604020202020204" pitchFamily="34" charset="0"/>
              </a:rPr>
              <a:t>Modelos de </a:t>
            </a:r>
            <a:r>
              <a:rPr lang="pt-BR" altLang="pt-BR" sz="1400" b="1" dirty="0" err="1">
                <a:cs typeface="Arial" panose="020B0604020202020204" pitchFamily="34" charset="0"/>
              </a:rPr>
              <a:t>boosting</a:t>
            </a:r>
            <a:r>
              <a:rPr lang="pt-BR" altLang="pt-BR" sz="1400" b="1" dirty="0">
                <a:cs typeface="Arial" panose="020B0604020202020204" pitchFamily="34" charset="0"/>
              </a:rPr>
              <a:t>: </a:t>
            </a:r>
            <a:r>
              <a:rPr lang="pt-BR" sz="1400" dirty="0">
                <a:cs typeface="Arial" panose="020B0604020202020204" pitchFamily="34" charset="0"/>
              </a:rPr>
              <a:t>Estratégia em que modelos são treinados em sequência, com cada novo modelo focando nos erros dos anteriores. Muito eficaz para problemas complexos: </a:t>
            </a:r>
            <a:r>
              <a:rPr lang="pt-BR" altLang="pt-BR" sz="1400" dirty="0" err="1">
                <a:cs typeface="Arial" panose="020B0604020202020204" pitchFamily="34" charset="0"/>
              </a:rPr>
              <a:t>GradientBoostingRegressor</a:t>
            </a:r>
            <a:r>
              <a:rPr lang="pt-BR" altLang="pt-BR" sz="1400" dirty="0"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50165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7591AF-D311-0BAA-D735-B79A5A804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Detalhes da modelagem realizada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9A3A06-ED32-E28E-DB9E-325B6FE72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166" y="1187318"/>
            <a:ext cx="11551668" cy="40365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400" dirty="0"/>
              <a:t>Ambas as modelagens:</a:t>
            </a:r>
          </a:p>
          <a:p>
            <a:r>
              <a:rPr lang="pt-BR" sz="1400" dirty="0"/>
              <a:t>São utilizadas as informações dos 6 dias anteriores para identificar padrões, considerando a quantidade ao projetar quantidades e o valor ao projetar valores. (tendência) </a:t>
            </a:r>
          </a:p>
          <a:p>
            <a:r>
              <a:rPr lang="pt-BR" sz="1400" dirty="0"/>
              <a:t>É utilizado no modelo o dia da semana, pois nota-se um padrão.</a:t>
            </a:r>
          </a:p>
          <a:p>
            <a:r>
              <a:rPr lang="pt-BR" sz="1400" dirty="0"/>
              <a:t>Se vamos projetar o valor, pegamos a quantidade de venda do dia anterior e incluímos na modelagem.</a:t>
            </a:r>
          </a:p>
          <a:p>
            <a:r>
              <a:rPr lang="pt-BR" sz="1400" dirty="0"/>
              <a:t>Se vamos projetar a quantidade, pegamos o valor de venda do dia anterior e incluímos na modelagem.</a:t>
            </a:r>
          </a:p>
          <a:p>
            <a:r>
              <a:rPr lang="pt-BR" sz="1400" dirty="0"/>
              <a:t>É usado sempre os últimos 45 dias para fazer o treino do modelo.</a:t>
            </a:r>
          </a:p>
          <a:p>
            <a:r>
              <a:rPr lang="pt-BR" sz="1400" dirty="0"/>
              <a:t>O modelo pode ser retreinado caso o MAPE (Erro Absoluto Percentual Médio) ultrapasse 4%. Um MAPE baixo indica que as previsões estão próximas dos valores observados. Portanto, se o valor for superior a 4%, o modelo será retreinado, podendo realizar até 10 tentativas. Caso não seja possível alcançar um bom ajuste após esses </a:t>
            </a:r>
            <a:r>
              <a:rPr lang="pt-BR" sz="1400" dirty="0" err="1"/>
              <a:t>retreinos</a:t>
            </a:r>
            <a:r>
              <a:rPr lang="pt-BR" sz="1400" dirty="0"/>
              <a:t>, utilizamos o modelo ajustado do dia anterior.</a:t>
            </a:r>
          </a:p>
          <a:p>
            <a:r>
              <a:rPr lang="pt-BR" sz="1400" dirty="0"/>
              <a:t>O modelo vai ser treinado na madrugada de todos os dias para que as 8:00 a projeção do dia já esteja pronta.</a:t>
            </a:r>
          </a:p>
          <a:p>
            <a:r>
              <a:rPr lang="pt-BR" sz="1400" dirty="0"/>
              <a:t>O modelo faz até 100 gerações para a melhoria do modelo.</a:t>
            </a:r>
          </a:p>
          <a:p>
            <a:r>
              <a:rPr lang="pt-BR" sz="1400" dirty="0"/>
              <a:t>Em um dos modelos utilizamos a quantidade de propostas que estão ‘dormindo’ na fila pagamento as 20:57. </a:t>
            </a:r>
          </a:p>
        </p:txBody>
      </p:sp>
    </p:spTree>
    <p:extLst>
      <p:ext uri="{BB962C8B-B14F-4D97-AF65-F5344CB8AC3E}">
        <p14:creationId xmlns:p14="http://schemas.microsoft.com/office/powerpoint/2010/main" val="1443811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BC16498-61B0-C274-EE04-2519D7DC1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>
                <a:latin typeface="+mj-lt"/>
              </a:rPr>
              <a:t>Novo Método </a:t>
            </a:r>
          </a:p>
        </p:txBody>
      </p:sp>
    </p:spTree>
    <p:extLst>
      <p:ext uri="{BB962C8B-B14F-4D97-AF65-F5344CB8AC3E}">
        <p14:creationId xmlns:p14="http://schemas.microsoft.com/office/powerpoint/2010/main" val="173344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5815B4-EC2C-AA77-A619-BD3713F1B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 Experimental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4B7059-BB86-9377-E822-221BAD513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mesma metodologia foi realizada para testar os modelos e sua performance em quantidade e valor</a:t>
            </a:r>
          </a:p>
          <a:p>
            <a:r>
              <a:rPr lang="pt-BR" dirty="0"/>
              <a:t>Período de </a:t>
            </a:r>
            <a:r>
              <a:rPr lang="pt-BR" dirty="0" err="1"/>
              <a:t>fev</a:t>
            </a:r>
            <a:r>
              <a:rPr lang="pt-BR" dirty="0"/>
              <a:t>/2025 a </a:t>
            </a:r>
            <a:r>
              <a:rPr lang="pt-BR" dirty="0" err="1"/>
              <a:t>abr</a:t>
            </a:r>
            <a:r>
              <a:rPr lang="pt-BR" dirty="0"/>
              <a:t>/2026 excluindo sábados (para as predições), domingos, feriados e dias com erros operacionais</a:t>
            </a:r>
          </a:p>
          <a:p>
            <a:r>
              <a:rPr lang="pt-BR" dirty="0"/>
              <a:t>Métrica principal de avaliação: MAPE (diário e do período) </a:t>
            </a:r>
          </a:p>
          <a:p>
            <a:r>
              <a:rPr lang="pt-BR" dirty="0"/>
              <a:t>Comparação com as predições antigas vindo da base </a:t>
            </a:r>
            <a:r>
              <a:rPr lang="pt-BR" dirty="0" err="1"/>
              <a:t>backup_valor</a:t>
            </a:r>
            <a:r>
              <a:rPr lang="pt-BR" dirty="0"/>
              <a:t> e </a:t>
            </a:r>
            <a:r>
              <a:rPr lang="pt-BR" dirty="0" err="1"/>
              <a:t>backup_qtd</a:t>
            </a:r>
            <a:endParaRPr lang="pt-BR" dirty="0"/>
          </a:p>
          <a:p>
            <a:r>
              <a:rPr lang="pt-BR" dirty="0"/>
              <a:t>O procedimento realizado foi em 3 partes:</a:t>
            </a:r>
          </a:p>
          <a:p>
            <a:pPr lvl="1"/>
            <a:r>
              <a:rPr lang="pt-BR" dirty="0"/>
              <a:t>Modelos simples (lineares com e sem regularização, modelos de árvores)</a:t>
            </a:r>
          </a:p>
          <a:p>
            <a:pPr lvl="1"/>
            <a:r>
              <a:rPr lang="pt-BR" dirty="0"/>
              <a:t>Abordagens avançadas manuais (uso dos mesmos modelos, porém com mais etapas e </a:t>
            </a:r>
            <a:r>
              <a:rPr lang="pt-BR" dirty="0" err="1"/>
              <a:t>tuning</a:t>
            </a:r>
            <a:r>
              <a:rPr lang="pt-BR" dirty="0"/>
              <a:t> de </a:t>
            </a:r>
            <a:r>
              <a:rPr lang="pt-BR" dirty="0" err="1"/>
              <a:t>hiperparâmetros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Retreino de cada uma das pipelines TPOT para todos os dias (antes era uma pipeline diferente a cada dia)</a:t>
            </a:r>
          </a:p>
          <a:p>
            <a:r>
              <a:rPr lang="pt-BR" dirty="0"/>
              <a:t>A comparação foi realizada comparando as estatísticas descritivas relacionadas ao erro dos modelos através de tabelas e comparação dos </a:t>
            </a:r>
            <a:r>
              <a:rPr lang="pt-BR" dirty="0" err="1"/>
              <a:t>boxplots</a:t>
            </a:r>
            <a:r>
              <a:rPr lang="pt-BR" dirty="0"/>
              <a:t> dos erros</a:t>
            </a:r>
          </a:p>
          <a:p>
            <a:r>
              <a:rPr lang="pt-BR" dirty="0"/>
              <a:t>Após comparação inicial os modelos foram afunilados para os que tiveram performance melhor que a pipeline antiga no período, mostrados a seguir</a:t>
            </a:r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5600DA9-2D6A-FFF8-2C62-991F3AA79B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3574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CBFBE-8F62-9AB8-F888-8487B758E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A0A699E-C5E9-0DCD-9FB3-E8D60FA2367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>
                <a:latin typeface="+mj-lt"/>
              </a:rPr>
              <a:t>Quantidade</a:t>
            </a:r>
          </a:p>
        </p:txBody>
      </p:sp>
    </p:spTree>
    <p:extLst>
      <p:ext uri="{BB962C8B-B14F-4D97-AF65-F5344CB8AC3E}">
        <p14:creationId xmlns:p14="http://schemas.microsoft.com/office/powerpoint/2010/main" val="3339084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1FD75-22CD-CE2F-DDB5-BE691EA7E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D22D69-67AA-F640-A123-B7743FEEA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166" y="365125"/>
            <a:ext cx="11551668" cy="522000"/>
          </a:xfrm>
        </p:spPr>
        <p:txBody>
          <a:bodyPr anchor="ctr">
            <a:normAutofit/>
          </a:bodyPr>
          <a:lstStyle/>
          <a:p>
            <a:r>
              <a:rPr lang="pt-BR" dirty="0"/>
              <a:t>Melhores Modelos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2A7EF8-66A6-72CA-6DDF-89817150A9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0166" y="1408113"/>
            <a:ext cx="5699634" cy="2340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BR" dirty="0"/>
          </a:p>
          <a:p>
            <a:pPr lvl="1"/>
            <a:endParaRPr lang="pt-BR" sz="1800"/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2FACA1AC-FE13-C1C9-40DC-9FE092C322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166" y="886692"/>
            <a:ext cx="11551668" cy="383743"/>
          </a:xfrm>
        </p:spPr>
        <p:txBody>
          <a:bodyPr/>
          <a:lstStyle/>
          <a:p>
            <a:endParaRPr lang="en-US"/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B5273D99-C07F-E2AD-A333-AFC6FDE428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177551"/>
              </p:ext>
            </p:extLst>
          </p:nvPr>
        </p:nvGraphicFramePr>
        <p:xfrm>
          <a:off x="1138336" y="1973179"/>
          <a:ext cx="9949967" cy="2794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5632">
                  <a:extLst>
                    <a:ext uri="{9D8B030D-6E8A-4147-A177-3AD203B41FA5}">
                      <a16:colId xmlns:a16="http://schemas.microsoft.com/office/drawing/2014/main" val="1639343804"/>
                    </a:ext>
                  </a:extLst>
                </a:gridCol>
                <a:gridCol w="709943">
                  <a:extLst>
                    <a:ext uri="{9D8B030D-6E8A-4147-A177-3AD203B41FA5}">
                      <a16:colId xmlns:a16="http://schemas.microsoft.com/office/drawing/2014/main" val="1396191030"/>
                    </a:ext>
                  </a:extLst>
                </a:gridCol>
                <a:gridCol w="780811">
                  <a:extLst>
                    <a:ext uri="{9D8B030D-6E8A-4147-A177-3AD203B41FA5}">
                      <a16:colId xmlns:a16="http://schemas.microsoft.com/office/drawing/2014/main" val="2102336811"/>
                    </a:ext>
                  </a:extLst>
                </a:gridCol>
                <a:gridCol w="649232">
                  <a:extLst>
                    <a:ext uri="{9D8B030D-6E8A-4147-A177-3AD203B41FA5}">
                      <a16:colId xmlns:a16="http://schemas.microsoft.com/office/drawing/2014/main" val="733251084"/>
                    </a:ext>
                  </a:extLst>
                </a:gridCol>
                <a:gridCol w="442681">
                  <a:extLst>
                    <a:ext uri="{9D8B030D-6E8A-4147-A177-3AD203B41FA5}">
                      <a16:colId xmlns:a16="http://schemas.microsoft.com/office/drawing/2014/main" val="4244606335"/>
                    </a:ext>
                  </a:extLst>
                </a:gridCol>
                <a:gridCol w="537542">
                  <a:extLst>
                    <a:ext uri="{9D8B030D-6E8A-4147-A177-3AD203B41FA5}">
                      <a16:colId xmlns:a16="http://schemas.microsoft.com/office/drawing/2014/main" val="40616893"/>
                    </a:ext>
                  </a:extLst>
                </a:gridCol>
                <a:gridCol w="442681">
                  <a:extLst>
                    <a:ext uri="{9D8B030D-6E8A-4147-A177-3AD203B41FA5}">
                      <a16:colId xmlns:a16="http://schemas.microsoft.com/office/drawing/2014/main" val="1930864539"/>
                    </a:ext>
                  </a:extLst>
                </a:gridCol>
                <a:gridCol w="632401">
                  <a:extLst>
                    <a:ext uri="{9D8B030D-6E8A-4147-A177-3AD203B41FA5}">
                      <a16:colId xmlns:a16="http://schemas.microsoft.com/office/drawing/2014/main" val="2686582098"/>
                    </a:ext>
                  </a:extLst>
                </a:gridCol>
                <a:gridCol w="727261">
                  <a:extLst>
                    <a:ext uri="{9D8B030D-6E8A-4147-A177-3AD203B41FA5}">
                      <a16:colId xmlns:a16="http://schemas.microsoft.com/office/drawing/2014/main" val="1276065266"/>
                    </a:ext>
                  </a:extLst>
                </a:gridCol>
                <a:gridCol w="727261">
                  <a:extLst>
                    <a:ext uri="{9D8B030D-6E8A-4147-A177-3AD203B41FA5}">
                      <a16:colId xmlns:a16="http://schemas.microsoft.com/office/drawing/2014/main" val="3310704845"/>
                    </a:ext>
                  </a:extLst>
                </a:gridCol>
                <a:gridCol w="727261">
                  <a:extLst>
                    <a:ext uri="{9D8B030D-6E8A-4147-A177-3AD203B41FA5}">
                      <a16:colId xmlns:a16="http://schemas.microsoft.com/office/drawing/2014/main" val="1438720151"/>
                    </a:ext>
                  </a:extLst>
                </a:gridCol>
                <a:gridCol w="727261">
                  <a:extLst>
                    <a:ext uri="{9D8B030D-6E8A-4147-A177-3AD203B41FA5}">
                      <a16:colId xmlns:a16="http://schemas.microsoft.com/office/drawing/2014/main" val="1898189301"/>
                    </a:ext>
                  </a:extLst>
                </a:gridCol>
              </a:tblGrid>
              <a:tr h="7734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Pipeline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MAPE Médio (%)</a:t>
                      </a:r>
                      <a:endParaRPr lang="pt-BR" sz="14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Mediana (%)</a:t>
                      </a:r>
                      <a:endParaRPr lang="pt-BR" sz="14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Desvio (%)</a:t>
                      </a:r>
                      <a:endParaRPr lang="pt-BR" sz="14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Q1 (%)</a:t>
                      </a:r>
                      <a:endParaRPr lang="pt-BR" sz="14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Q3 (%)</a:t>
                      </a:r>
                      <a:endParaRPr lang="pt-BR" sz="14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Min (%)</a:t>
                      </a:r>
                      <a:endParaRPr lang="pt-BR" sz="14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Max (%)</a:t>
                      </a:r>
                      <a:endParaRPr lang="pt-BR" sz="14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&lt; 5%</a:t>
                      </a:r>
                      <a:endParaRPr lang="pt-BR" sz="14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&lt; 10%</a:t>
                      </a:r>
                      <a:endParaRPr lang="pt-BR" sz="14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&lt; 50%</a:t>
                      </a:r>
                      <a:endParaRPr lang="pt-BR" sz="14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&lt; 100%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extLst>
                  <a:ext uri="{0D108BD9-81ED-4DB2-BD59-A6C34878D82A}">
                    <a16:rowId xmlns:a16="http://schemas.microsoft.com/office/drawing/2014/main" val="3519964227"/>
                  </a:ext>
                </a:extLst>
              </a:tr>
              <a:tr h="4288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SE(LINE)+SE(SGDR)+ABR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8,46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6,28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10,76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2,92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11,33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0,08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145,75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103/266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184/266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265/266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265/266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extLst>
                  <a:ext uri="{0D108BD9-81ED-4DB2-BD59-A6C34878D82A}">
                    <a16:rowId xmlns:a16="http://schemas.microsoft.com/office/drawing/2014/main" val="3643241718"/>
                  </a:ext>
                </a:extLst>
              </a:tr>
              <a:tr h="4288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FEAT+ABR(2)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8,53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6,54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11,55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2,6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11,21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0,04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159,73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110/266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187/266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265/266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265/266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extLst>
                  <a:ext uri="{0D108BD9-81ED-4DB2-BD59-A6C34878D82A}">
                    <a16:rowId xmlns:a16="http://schemas.microsoft.com/office/drawing/2014/main" val="3439841"/>
                  </a:ext>
                </a:extLst>
              </a:tr>
              <a:tr h="3579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FEAT+ABR(4)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8,59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6,36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10,78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3,1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11,16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0,12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143,02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108/266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181/266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265/266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265/266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extLst>
                  <a:ext uri="{0D108BD9-81ED-4DB2-BD59-A6C34878D82A}">
                    <a16:rowId xmlns:a16="http://schemas.microsoft.com/office/drawing/2014/main" val="3342219851"/>
                  </a:ext>
                </a:extLst>
              </a:tr>
              <a:tr h="3769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SE(ETR)+MMS+BIN+SE(ELAS)+ABR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8,59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6,62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8,29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3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11,68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0,01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75,59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100/266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182/266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265/266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266/266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extLst>
                  <a:ext uri="{0D108BD9-81ED-4DB2-BD59-A6C34878D82A}">
                    <a16:rowId xmlns:a16="http://schemas.microsoft.com/office/drawing/2014/main" val="4279978304"/>
                  </a:ext>
                </a:extLst>
              </a:tr>
              <a:tr h="4288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Pipeline em Produção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8,69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6,38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11,5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3,57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11,46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0,01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160,01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110/266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188/266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265/266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265/266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65" marR="3565" marT="3565" marB="0" anchor="b"/>
                </a:tc>
                <a:extLst>
                  <a:ext uri="{0D108BD9-81ED-4DB2-BD59-A6C34878D82A}">
                    <a16:rowId xmlns:a16="http://schemas.microsoft.com/office/drawing/2014/main" val="2888098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4344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E563D-14B1-B28C-DB73-34A52A9F2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42E27B-57DC-56C7-2DF2-4EBC97079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Melhores Modelos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87699C-AEF6-16C5-E0D6-4C031FDBB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t-BR" dirty="0"/>
          </a:p>
          <a:p>
            <a:pPr lvl="1"/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6232C95-6C27-EEF7-F3EE-3AE638AAE9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C4F448E-4716-801F-DA50-A587F633E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339" y="886692"/>
            <a:ext cx="8985963" cy="576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604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24932-6601-4551-B9D0-2B70F5ED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4B8773-87F2-8ECC-78D7-E427F2ECD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Melhores Modelos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AE95A0-AB33-C4B4-F0B5-4E1ACF00C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t-BR" dirty="0"/>
          </a:p>
          <a:p>
            <a:pPr lvl="1"/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83C76CE-AC7F-9C4A-8BAA-131C7B434B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FE789C9-FE8A-5921-5AD7-26A8FCD9C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4075"/>
            <a:ext cx="12192000" cy="40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240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Espaço Reservado para Conteúdo 5">
            <a:extLst>
              <a:ext uri="{FF2B5EF4-FFF2-40B4-BE49-F238E27FC236}">
                <a16:creationId xmlns:a16="http://schemas.microsoft.com/office/drawing/2014/main" id="{D662E709-1467-A5C3-21CB-98F49D2FAE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2206231"/>
              </p:ext>
            </p:extLst>
          </p:nvPr>
        </p:nvGraphicFramePr>
        <p:xfrm>
          <a:off x="936171" y="95250"/>
          <a:ext cx="10319657" cy="66237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6341">
                  <a:extLst>
                    <a:ext uri="{9D8B030D-6E8A-4147-A177-3AD203B41FA5}">
                      <a16:colId xmlns:a16="http://schemas.microsoft.com/office/drawing/2014/main" val="889104402"/>
                    </a:ext>
                  </a:extLst>
                </a:gridCol>
                <a:gridCol w="965000">
                  <a:extLst>
                    <a:ext uri="{9D8B030D-6E8A-4147-A177-3AD203B41FA5}">
                      <a16:colId xmlns:a16="http://schemas.microsoft.com/office/drawing/2014/main" val="3511423123"/>
                    </a:ext>
                  </a:extLst>
                </a:gridCol>
                <a:gridCol w="1362075">
                  <a:extLst>
                    <a:ext uri="{9D8B030D-6E8A-4147-A177-3AD203B41FA5}">
                      <a16:colId xmlns:a16="http://schemas.microsoft.com/office/drawing/2014/main" val="2878427601"/>
                    </a:ext>
                  </a:extLst>
                </a:gridCol>
                <a:gridCol w="1923663">
                  <a:extLst>
                    <a:ext uri="{9D8B030D-6E8A-4147-A177-3AD203B41FA5}">
                      <a16:colId xmlns:a16="http://schemas.microsoft.com/office/drawing/2014/main" val="3889314782"/>
                    </a:ext>
                  </a:extLst>
                </a:gridCol>
                <a:gridCol w="1667262">
                  <a:extLst>
                    <a:ext uri="{9D8B030D-6E8A-4147-A177-3AD203B41FA5}">
                      <a16:colId xmlns:a16="http://schemas.microsoft.com/office/drawing/2014/main" val="1480638171"/>
                    </a:ext>
                  </a:extLst>
                </a:gridCol>
                <a:gridCol w="933063">
                  <a:extLst>
                    <a:ext uri="{9D8B030D-6E8A-4147-A177-3AD203B41FA5}">
                      <a16:colId xmlns:a16="http://schemas.microsoft.com/office/drawing/2014/main" val="2444351667"/>
                    </a:ext>
                  </a:extLst>
                </a:gridCol>
                <a:gridCol w="1702253">
                  <a:extLst>
                    <a:ext uri="{9D8B030D-6E8A-4147-A177-3AD203B41FA5}">
                      <a16:colId xmlns:a16="http://schemas.microsoft.com/office/drawing/2014/main" val="3954591225"/>
                    </a:ext>
                  </a:extLst>
                </a:gridCol>
              </a:tblGrid>
              <a:tr h="25514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Dia Prevista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Valor Realizado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Previsto Antiga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Previsto SE(LINE)+SE(SGDR)+ABR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MAPE Antiga (%)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MAPE Novo (%)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Melhor no Dia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/>
                </a:tc>
                <a:extLst>
                  <a:ext uri="{0D108BD9-81ED-4DB2-BD59-A6C34878D82A}">
                    <a16:rowId xmlns:a16="http://schemas.microsoft.com/office/drawing/2014/main" val="3607352409"/>
                  </a:ext>
                </a:extLst>
              </a:tr>
              <a:tr h="2551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2026-03-02 00:00:00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2844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2996,3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2981,8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5,36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4,84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SE(LINE)+SE(SGDR)+ABR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extLst>
                  <a:ext uri="{0D108BD9-81ED-4DB2-BD59-A6C34878D82A}">
                    <a16:rowId xmlns:a16="http://schemas.microsoft.com/office/drawing/2014/main" val="2429238643"/>
                  </a:ext>
                </a:extLst>
              </a:tr>
              <a:tr h="2551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2026-03-03 00:00:00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2487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2970,3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2792,1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19,43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12,27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SE(LINE)+SE(SGDR)+ABR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extLst>
                  <a:ext uri="{0D108BD9-81ED-4DB2-BD59-A6C34878D82A}">
                    <a16:rowId xmlns:a16="http://schemas.microsoft.com/office/drawing/2014/main" val="2194455334"/>
                  </a:ext>
                </a:extLst>
              </a:tr>
              <a:tr h="28484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2026-03-04 00:00:00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2680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2678,8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2785,8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0,04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3,91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Pipeline Antiga em Producao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extLst>
                  <a:ext uri="{0D108BD9-81ED-4DB2-BD59-A6C34878D82A}">
                    <a16:rowId xmlns:a16="http://schemas.microsoft.com/office/drawing/2014/main" val="1391373809"/>
                  </a:ext>
                </a:extLst>
              </a:tr>
              <a:tr h="2551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2026-03-05 00:00:00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2608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2807,3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2757,3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7,64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5,72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SE(LINE)+SE(SGDR)+ABR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extLst>
                  <a:ext uri="{0D108BD9-81ED-4DB2-BD59-A6C34878D82A}">
                    <a16:rowId xmlns:a16="http://schemas.microsoft.com/office/drawing/2014/main" val="3736057234"/>
                  </a:ext>
                </a:extLst>
              </a:tr>
              <a:tr h="2551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2026-03-06 00:00:00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2715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2625,2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2719,5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3,31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0,16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SE(LINE)+SE(SGDR)+ABR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extLst>
                  <a:ext uri="{0D108BD9-81ED-4DB2-BD59-A6C34878D82A}">
                    <a16:rowId xmlns:a16="http://schemas.microsoft.com/office/drawing/2014/main" val="3686972858"/>
                  </a:ext>
                </a:extLst>
              </a:tr>
              <a:tr h="28484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2026-03-09 00:00:00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2332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2658,7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2756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14,01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18,18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Pipeline Antiga em Producao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extLst>
                  <a:ext uri="{0D108BD9-81ED-4DB2-BD59-A6C34878D82A}">
                    <a16:rowId xmlns:a16="http://schemas.microsoft.com/office/drawing/2014/main" val="272504668"/>
                  </a:ext>
                </a:extLst>
              </a:tr>
              <a:tr h="28484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2026-03-10 00:00:00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2823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2720,4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2622,6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3,63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7,1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Pipeline Antiga em Producao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extLst>
                  <a:ext uri="{0D108BD9-81ED-4DB2-BD59-A6C34878D82A}">
                    <a16:rowId xmlns:a16="http://schemas.microsoft.com/office/drawing/2014/main" val="1237506053"/>
                  </a:ext>
                </a:extLst>
              </a:tr>
              <a:tr h="2551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2026-03-11 00:00:00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2990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2669,2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2698,8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10,73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9,74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SE(LINE)+SE(SGDR)+ABR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extLst>
                  <a:ext uri="{0D108BD9-81ED-4DB2-BD59-A6C34878D82A}">
                    <a16:rowId xmlns:a16="http://schemas.microsoft.com/office/drawing/2014/main" val="1227322225"/>
                  </a:ext>
                </a:extLst>
              </a:tr>
              <a:tr h="2551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2026-03-12 00:00:00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2975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3268,2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2965,2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9,85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0,33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SE(LINE)+SE(SGDR)+ABR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extLst>
                  <a:ext uri="{0D108BD9-81ED-4DB2-BD59-A6C34878D82A}">
                    <a16:rowId xmlns:a16="http://schemas.microsoft.com/office/drawing/2014/main" val="3472971070"/>
                  </a:ext>
                </a:extLst>
              </a:tr>
              <a:tr h="2551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2026-03-13 00:00:00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2985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2720,4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2889,7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8,86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3,19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SE(LINE)+SE(SGDR)+ABR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extLst>
                  <a:ext uri="{0D108BD9-81ED-4DB2-BD59-A6C34878D82A}">
                    <a16:rowId xmlns:a16="http://schemas.microsoft.com/office/drawing/2014/main" val="2485613177"/>
                  </a:ext>
                </a:extLst>
              </a:tr>
              <a:tr h="28484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2026-03-16 00:00:00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2905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2851,2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2836,2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1,85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2,37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Pipeline Antiga em Producao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extLst>
                  <a:ext uri="{0D108BD9-81ED-4DB2-BD59-A6C34878D82A}">
                    <a16:rowId xmlns:a16="http://schemas.microsoft.com/office/drawing/2014/main" val="3876244690"/>
                  </a:ext>
                </a:extLst>
              </a:tr>
              <a:tr h="2551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2026-03-17 00:00:00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3098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2848,2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2894,2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8,06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6,58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SE(LINE)+SE(SGDR)+ABR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extLst>
                  <a:ext uri="{0D108BD9-81ED-4DB2-BD59-A6C34878D82A}">
                    <a16:rowId xmlns:a16="http://schemas.microsoft.com/office/drawing/2014/main" val="225189606"/>
                  </a:ext>
                </a:extLst>
              </a:tr>
              <a:tr h="2551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2026-03-18 00:00:00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2752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3203,3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2999,9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16,4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8,97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SE(LINE)+SE(SGDR)+ABR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extLst>
                  <a:ext uri="{0D108BD9-81ED-4DB2-BD59-A6C34878D82A}">
                    <a16:rowId xmlns:a16="http://schemas.microsoft.com/office/drawing/2014/main" val="3916690556"/>
                  </a:ext>
                </a:extLst>
              </a:tr>
              <a:tr h="2551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2026-03-19 00:00:00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3261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2748,2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2865,5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15,72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12,13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SE(LINE)+SE(SGDR)+ABR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extLst>
                  <a:ext uri="{0D108BD9-81ED-4DB2-BD59-A6C34878D82A}">
                    <a16:rowId xmlns:a16="http://schemas.microsoft.com/office/drawing/2014/main" val="3925347439"/>
                  </a:ext>
                </a:extLst>
              </a:tr>
              <a:tr h="2551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2026-03-20 00:00:00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2930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3203,3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2945,6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9,33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0,53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SE(LINE)+SE(SGDR)+ABR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extLst>
                  <a:ext uri="{0D108BD9-81ED-4DB2-BD59-A6C34878D82A}">
                    <a16:rowId xmlns:a16="http://schemas.microsoft.com/office/drawing/2014/main" val="1294953281"/>
                  </a:ext>
                </a:extLst>
              </a:tr>
              <a:tr h="2551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2026-03-23 00:00:00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2958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2836,1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2880,3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4,12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2,63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SE(LINE)+SE(SGDR)+ABR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extLst>
                  <a:ext uri="{0D108BD9-81ED-4DB2-BD59-A6C34878D82A}">
                    <a16:rowId xmlns:a16="http://schemas.microsoft.com/office/drawing/2014/main" val="1983778954"/>
                  </a:ext>
                </a:extLst>
              </a:tr>
              <a:tr h="2551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2026-03-24 00:00:00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3246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2875,9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2895,9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11,4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10,79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SE(LINE)+SE(SGDR)+ABR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extLst>
                  <a:ext uri="{0D108BD9-81ED-4DB2-BD59-A6C34878D82A}">
                    <a16:rowId xmlns:a16="http://schemas.microsoft.com/office/drawing/2014/main" val="2876105939"/>
                  </a:ext>
                </a:extLst>
              </a:tr>
              <a:tr h="28484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2026-03-25 00:00:00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3142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3119,2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2955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0,73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5,98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Pipeline Antiga em Producao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extLst>
                  <a:ext uri="{0D108BD9-81ED-4DB2-BD59-A6C34878D82A}">
                    <a16:rowId xmlns:a16="http://schemas.microsoft.com/office/drawing/2014/main" val="3545614575"/>
                  </a:ext>
                </a:extLst>
              </a:tr>
              <a:tr h="28484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2026-03-26 00:00:00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3002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3028,9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3079,6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0,89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2,55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Pipeline Antiga em Producao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extLst>
                  <a:ext uri="{0D108BD9-81ED-4DB2-BD59-A6C34878D82A}">
                    <a16:rowId xmlns:a16="http://schemas.microsoft.com/office/drawing/2014/main" val="1061269564"/>
                  </a:ext>
                </a:extLst>
              </a:tr>
              <a:tr h="25514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2026-03-27 00:00:00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3322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3054,8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3150,1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8,04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5,17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SE(LINE)+SE(SGDR)+ABR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extLst>
                  <a:ext uri="{0D108BD9-81ED-4DB2-BD59-A6C34878D82A}">
                    <a16:rowId xmlns:a16="http://schemas.microsoft.com/office/drawing/2014/main" val="2945927455"/>
                  </a:ext>
                </a:extLst>
              </a:tr>
              <a:tr h="28484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2026-03-30 00:00:00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3279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2831,3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2680,4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13,65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18,26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Pipeline Antiga em Producao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extLst>
                  <a:ext uri="{0D108BD9-81ED-4DB2-BD59-A6C34878D82A}">
                    <a16:rowId xmlns:a16="http://schemas.microsoft.com/office/drawing/2014/main" val="3919890029"/>
                  </a:ext>
                </a:extLst>
              </a:tr>
              <a:tr h="28484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2026-03-31 00:00:00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2935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3054,8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3065,8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4,08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4,46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Pipeline Antiga em </a:t>
                      </a:r>
                      <a:r>
                        <a:rPr lang="pt-BR" sz="1100" u="none" strike="noStrike" dirty="0" err="1">
                          <a:effectLst/>
                        </a:rPr>
                        <a:t>Producao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00" marR="3800" marT="3800" marB="0" anchor="b"/>
                </a:tc>
                <a:extLst>
                  <a:ext uri="{0D108BD9-81ED-4DB2-BD59-A6C34878D82A}">
                    <a16:rowId xmlns:a16="http://schemas.microsoft.com/office/drawing/2014/main" val="2595613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3370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Espaço Reservado para Conteúdo 5">
            <a:extLst>
              <a:ext uri="{FF2B5EF4-FFF2-40B4-BE49-F238E27FC236}">
                <a16:creationId xmlns:a16="http://schemas.microsoft.com/office/drawing/2014/main" id="{4EFB880E-2333-ECDB-8C5F-1780EBD1CB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6351840"/>
              </p:ext>
            </p:extLst>
          </p:nvPr>
        </p:nvGraphicFramePr>
        <p:xfrm>
          <a:off x="320675" y="1408113"/>
          <a:ext cx="11550648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0216">
                  <a:extLst>
                    <a:ext uri="{9D8B030D-6E8A-4147-A177-3AD203B41FA5}">
                      <a16:colId xmlns:a16="http://schemas.microsoft.com/office/drawing/2014/main" val="4104422358"/>
                    </a:ext>
                  </a:extLst>
                </a:gridCol>
                <a:gridCol w="3850216">
                  <a:extLst>
                    <a:ext uri="{9D8B030D-6E8A-4147-A177-3AD203B41FA5}">
                      <a16:colId xmlns:a16="http://schemas.microsoft.com/office/drawing/2014/main" val="401912300"/>
                    </a:ext>
                  </a:extLst>
                </a:gridCol>
                <a:gridCol w="3850216">
                  <a:extLst>
                    <a:ext uri="{9D8B030D-6E8A-4147-A177-3AD203B41FA5}">
                      <a16:colId xmlns:a16="http://schemas.microsoft.com/office/drawing/2014/main" val="990507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Modelo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Média do MAPE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Mediana do MAPE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943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Pipeline Antiga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8,24%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8,05%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272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/>
                        <a:t>Novo Modelo</a:t>
                      </a:r>
                      <a:r>
                        <a:rPr lang="pt-BR" dirty="0"/>
                        <a:t> </a:t>
                      </a:r>
                      <a:r>
                        <a:rPr lang="pt-B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SE(LINE)+SE(SGDR)+ABR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5,59%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4,65%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954442"/>
                  </a:ext>
                </a:extLst>
              </a:tr>
            </a:tbl>
          </a:graphicData>
        </a:graphic>
      </p:graphicFrame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67B8520-258C-F37B-1BAE-95BB36366A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F19E988-1831-7143-85DD-AC642B5735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19655" y="2611253"/>
            <a:ext cx="6996852" cy="11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SE(LINE)+SE(SGDR)+ABR: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Foi o melhor em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14 dos 22 dias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  <a:sym typeface="Wingdings" panose="05000000000000000000" pitchFamily="2" charset="2"/>
              </a:rPr>
              <a:t>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63,64%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Pipeline Antiga em Produção: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Foi o melhor em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8 dos 22 dias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  <a:sym typeface="Wingdings" panose="05000000000000000000" pitchFamily="2" charset="2"/>
              </a:rPr>
              <a:t>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36,36%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234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C2AA07-DA56-4F33-3F1F-2F8B29B23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Explicação dos Modelos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A66143D-E8DC-7905-9F05-36F6DF02D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0166" y="1408113"/>
            <a:ext cx="11551668" cy="4768850"/>
          </a:xfrm>
        </p:spPr>
        <p:txBody>
          <a:bodyPr/>
          <a:lstStyle/>
          <a:p>
            <a:r>
              <a:rPr lang="pt-BR" dirty="0"/>
              <a:t>Os quatro são pipelines gerados pelo TPOT (</a:t>
            </a:r>
            <a:r>
              <a:rPr lang="pt-BR" dirty="0" err="1"/>
              <a:t>AutoML</a:t>
            </a:r>
            <a:r>
              <a:rPr lang="pt-BR" dirty="0"/>
              <a:t>) em execuções reais de produção. Na avaliação do notebook, o `.</a:t>
            </a:r>
            <a:r>
              <a:rPr lang="pt-BR" dirty="0" err="1"/>
              <a:t>pkl</a:t>
            </a:r>
            <a:r>
              <a:rPr lang="pt-BR" dirty="0"/>
              <a:t>` fornece apenas a </a:t>
            </a:r>
            <a:r>
              <a:rPr lang="pt-BR" b="1" dirty="0"/>
              <a:t>arquitetura e os </a:t>
            </a:r>
            <a:r>
              <a:rPr lang="pt-BR" b="1" dirty="0" err="1"/>
              <a:t>hiperparâmetros</a:t>
            </a:r>
            <a:r>
              <a:rPr lang="pt-BR" dirty="0"/>
              <a:t>: cada candidato é </a:t>
            </a:r>
            <a:r>
              <a:rPr lang="pt-BR" b="1" dirty="0"/>
              <a:t>retreinado do zero em cada </a:t>
            </a:r>
            <a:r>
              <a:rPr lang="pt-BR" b="1" dirty="0" err="1"/>
              <a:t>fold</a:t>
            </a:r>
            <a:r>
              <a:rPr lang="pt-BR" dirty="0"/>
              <a:t>, nos mesmos </a:t>
            </a:r>
            <a:r>
              <a:rPr lang="pt-BR" dirty="0" err="1"/>
              <a:t>folds</a:t>
            </a:r>
            <a:r>
              <a:rPr lang="pt-BR" dirty="0"/>
              <a:t> alinhados ao backup — portanto a comparação entre eles é de arquitetura, não de janela de treino. Todos preveem a quantidade diária de propostas a partir das mesmas features (`</a:t>
            </a:r>
            <a:r>
              <a:rPr lang="pt-BR" dirty="0" err="1"/>
              <a:t>dia_semana</a:t>
            </a:r>
            <a:r>
              <a:rPr lang="pt-BR" dirty="0"/>
              <a:t>` + `lag_1` a `lag_6`) e todos terminam em </a:t>
            </a:r>
            <a:r>
              <a:rPr lang="pt-BR" b="1" dirty="0" err="1"/>
              <a:t>AdaBoost</a:t>
            </a:r>
            <a:r>
              <a:rPr lang="pt-BR" dirty="0"/>
              <a:t> (</a:t>
            </a:r>
            <a:r>
              <a:rPr lang="pt-BR" dirty="0" err="1"/>
              <a:t>boosting</a:t>
            </a:r>
            <a:r>
              <a:rPr lang="pt-BR" dirty="0"/>
              <a:t> de árvores de decisão: árvores treinadas em sequência, cada uma corrigindo os erros da anterior).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3B04816-5A78-1AAD-42D5-67B2AA36B6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196278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45281-4F14-1F4D-6A02-2847DAC87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0B2F51-6D1D-D54F-982F-D5CF7D86B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Explicação dos Modelos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8051306-F38D-B03A-F955-F3E5FE8D24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0166" y="1408113"/>
            <a:ext cx="11551668" cy="4768850"/>
          </a:xfrm>
        </p:spPr>
        <p:txBody>
          <a:bodyPr/>
          <a:lstStyle/>
          <a:p>
            <a:r>
              <a:rPr lang="pt-BR" b="1" dirty="0"/>
              <a:t>SE(LINE)+SE(SGDR)+ABR (MAPE 8,46% | mediana 6,28%)</a:t>
            </a:r>
            <a:endParaRPr lang="pt-BR" dirty="0"/>
          </a:p>
          <a:p>
            <a:r>
              <a:rPr lang="pt-BR" dirty="0"/>
              <a:t>Dois </a:t>
            </a:r>
            <a:r>
              <a:rPr lang="pt-BR" dirty="0" err="1"/>
              <a:t>regressores</a:t>
            </a:r>
            <a:r>
              <a:rPr lang="pt-BR" dirty="0"/>
              <a:t> lineares "dão opinião" antes do modelo final:</a:t>
            </a:r>
          </a:p>
          <a:p>
            <a:r>
              <a:rPr lang="pt-BR" dirty="0"/>
              <a:t>1. </a:t>
            </a:r>
            <a:r>
              <a:rPr lang="pt-BR" b="1" dirty="0" err="1"/>
              <a:t>StackingEstimator</a:t>
            </a:r>
            <a:r>
              <a:rPr lang="pt-BR" b="1" dirty="0"/>
              <a:t>(</a:t>
            </a:r>
            <a:r>
              <a:rPr lang="pt-BR" b="1" dirty="0" err="1"/>
              <a:t>LinearSVR</a:t>
            </a:r>
            <a:r>
              <a:rPr lang="pt-BR" b="1" dirty="0"/>
              <a:t>):</a:t>
            </a:r>
            <a:r>
              <a:rPr lang="pt-BR" dirty="0"/>
              <a:t> uma regressão por vetores de suporte linear, com regularização fortíssima (`C=0.001`, ou seja, previsão bem "suavizada"), é treinada e sua previsão é </a:t>
            </a:r>
            <a:r>
              <a:rPr lang="pt-BR" b="1" dirty="0"/>
              <a:t>anexada como feature extra</a:t>
            </a:r>
            <a:r>
              <a:rPr lang="pt-BR" dirty="0"/>
              <a:t> ao </a:t>
            </a:r>
            <a:r>
              <a:rPr lang="pt-BR" dirty="0" err="1"/>
              <a:t>dataset</a:t>
            </a:r>
            <a:r>
              <a:rPr lang="pt-BR" dirty="0"/>
              <a:t>.</a:t>
            </a:r>
          </a:p>
          <a:p>
            <a:r>
              <a:rPr lang="pt-BR" dirty="0"/>
              <a:t>2. </a:t>
            </a:r>
            <a:r>
              <a:rPr lang="pt-BR" b="1" dirty="0" err="1"/>
              <a:t>StackingEstimator</a:t>
            </a:r>
            <a:r>
              <a:rPr lang="pt-BR" b="1" dirty="0"/>
              <a:t>(</a:t>
            </a:r>
            <a:r>
              <a:rPr lang="pt-BR" b="1" dirty="0" err="1"/>
              <a:t>SGDRegressor</a:t>
            </a:r>
            <a:r>
              <a:rPr lang="pt-BR" b="1" dirty="0"/>
              <a:t>):</a:t>
            </a:r>
            <a:r>
              <a:rPr lang="pt-BR" dirty="0"/>
              <a:t> uma segunda regressão linear (gradiente descendente estocástico, perda </a:t>
            </a:r>
            <a:r>
              <a:rPr lang="pt-BR" dirty="0" err="1"/>
              <a:t>epsilon-insensitive</a:t>
            </a:r>
            <a:r>
              <a:rPr lang="pt-BR" dirty="0"/>
              <a:t>, sem intercepto) faz o mesmo: sua previsão vira mais uma feature.</a:t>
            </a:r>
          </a:p>
          <a:p>
            <a:r>
              <a:rPr lang="pt-BR" dirty="0"/>
              <a:t>3. </a:t>
            </a:r>
            <a:r>
              <a:rPr lang="pt-BR" b="1" dirty="0" err="1"/>
              <a:t>AdaBoostRegressor</a:t>
            </a:r>
            <a:r>
              <a:rPr lang="pt-BR" b="1" dirty="0"/>
              <a:t> </a:t>
            </a:r>
            <a:r>
              <a:rPr lang="pt-BR" dirty="0"/>
              <a:t>(100 árvores, `</a:t>
            </a:r>
            <a:r>
              <a:rPr lang="pt-BR" dirty="0" err="1"/>
              <a:t>learning_rate</a:t>
            </a:r>
            <a:r>
              <a:rPr lang="pt-BR" dirty="0"/>
              <a:t>=0.5`, `</a:t>
            </a:r>
            <a:r>
              <a:rPr lang="pt-BR" dirty="0" err="1"/>
              <a:t>loss</a:t>
            </a:r>
            <a:r>
              <a:rPr lang="pt-BR" dirty="0"/>
              <a:t>=</a:t>
            </a:r>
            <a:r>
              <a:rPr lang="pt-BR" dirty="0" err="1"/>
              <a:t>exponential</a:t>
            </a:r>
            <a:r>
              <a:rPr lang="pt-BR" dirty="0"/>
              <a:t>`): recebe as features originais </a:t>
            </a:r>
            <a:r>
              <a:rPr lang="pt-BR" b="1" dirty="0"/>
              <a:t>mais as duas previsões lineares </a:t>
            </a:r>
            <a:r>
              <a:rPr lang="pt-BR" dirty="0"/>
              <a:t>e aprende as correções não-lineares por cima.</a:t>
            </a:r>
          </a:p>
          <a:p>
            <a:r>
              <a:rPr lang="pt-BR" b="1" dirty="0"/>
              <a:t>Intuição</a:t>
            </a:r>
            <a:r>
              <a:rPr lang="pt-BR" dirty="0"/>
              <a:t>: as duas etapas lineares capturam a tendência básica da série (nível e relação com os </a:t>
            </a:r>
            <a:r>
              <a:rPr lang="pt-BR" dirty="0" err="1"/>
              <a:t>lags</a:t>
            </a:r>
            <a:r>
              <a:rPr lang="pt-BR" dirty="0"/>
              <a:t>); o </a:t>
            </a:r>
            <a:r>
              <a:rPr lang="pt-BR" dirty="0" err="1"/>
              <a:t>AdaBoost</a:t>
            </a:r>
            <a:r>
              <a:rPr lang="pt-BR" dirty="0"/>
              <a:t> se concentra no que os lineares erram — efeitos de dia da semana e padrões não-lineares. É o melhor tanto em média quanto em mediana.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BD96B6-BAA9-880C-6F59-47EE1B7E32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23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0552D-D878-8E31-967E-7078A82FF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AA6B0C-8AA2-47E9-A164-0C00564BC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pt-BR" sz="2400" dirty="0"/>
              <a:t>Explicação dos Modelos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001E99D-0C94-2627-1D8C-8FF1ED8640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Autofit/>
          </a:bodyPr>
          <a:lstStyle/>
          <a:p>
            <a:r>
              <a:rPr lang="pt-BR" sz="1800" b="1" dirty="0"/>
              <a:t>FEAT+ABR(2)` (MAPE 8,53% | mediana 6,54%)</a:t>
            </a:r>
            <a:endParaRPr lang="pt-BR" sz="1800" dirty="0"/>
          </a:p>
          <a:p>
            <a:r>
              <a:rPr lang="pt-BR" sz="1800" dirty="0"/>
              <a:t>1. </a:t>
            </a:r>
            <a:r>
              <a:rPr lang="pt-BR" sz="1800" b="1" dirty="0" err="1"/>
              <a:t>FeatureUnion</a:t>
            </a:r>
            <a:r>
              <a:rPr lang="pt-BR" sz="1800" dirty="0"/>
              <a:t> com dois ramos em paralelo: as </a:t>
            </a:r>
            <a:r>
              <a:rPr lang="pt-BR" sz="1800" b="1" dirty="0"/>
              <a:t>features originais </a:t>
            </a:r>
            <a:r>
              <a:rPr lang="pt-BR" sz="1800" dirty="0"/>
              <a:t>(ramo-cópia) e as </a:t>
            </a:r>
            <a:r>
              <a:rPr lang="pt-BR" sz="1800" b="1" dirty="0"/>
              <a:t>componentes principais via PCA </a:t>
            </a:r>
            <a:r>
              <a:rPr lang="pt-BR" sz="1800" dirty="0"/>
              <a:t>— combinações lineares dos </a:t>
            </a:r>
            <a:r>
              <a:rPr lang="pt-BR" sz="1800" dirty="0" err="1"/>
              <a:t>lags</a:t>
            </a:r>
            <a:r>
              <a:rPr lang="pt-BR" sz="1800" dirty="0"/>
              <a:t> ordenadas por variância, que funcionam como versões "descorrelacionadas" da série (usamos.</a:t>
            </a:r>
          </a:p>
          <a:p>
            <a:r>
              <a:rPr lang="pt-BR" sz="1800" dirty="0"/>
              <a:t>2. </a:t>
            </a:r>
            <a:r>
              <a:rPr lang="pt-BR" sz="1800" b="1" dirty="0" err="1"/>
              <a:t>AdaBoostRegressor</a:t>
            </a:r>
            <a:r>
              <a:rPr lang="pt-BR" sz="1800" b="1" dirty="0"/>
              <a:t> </a:t>
            </a:r>
            <a:r>
              <a:rPr lang="pt-BR" sz="1800" dirty="0"/>
              <a:t>(100 árvores, `</a:t>
            </a:r>
            <a:r>
              <a:rPr lang="pt-BR" sz="1800" dirty="0" err="1"/>
              <a:t>learning_rate</a:t>
            </a:r>
            <a:r>
              <a:rPr lang="pt-BR" sz="1800" dirty="0"/>
              <a:t>=0.5`, `</a:t>
            </a:r>
            <a:r>
              <a:rPr lang="pt-BR" sz="1800" dirty="0" err="1"/>
              <a:t>loss</a:t>
            </a:r>
            <a:r>
              <a:rPr lang="pt-BR" sz="1800" dirty="0"/>
              <a:t>=</a:t>
            </a:r>
            <a:r>
              <a:rPr lang="pt-BR" sz="1800" dirty="0" err="1"/>
              <a:t>exponential</a:t>
            </a:r>
            <a:r>
              <a:rPr lang="pt-BR" sz="1800" dirty="0"/>
              <a:t>`) sobre o conjunto ampliado.</a:t>
            </a:r>
          </a:p>
          <a:p>
            <a:r>
              <a:rPr lang="pt-BR" sz="1800" b="1" dirty="0"/>
              <a:t>Intuição</a:t>
            </a:r>
            <a:r>
              <a:rPr lang="pt-BR" sz="1800" dirty="0"/>
              <a:t>: </a:t>
            </a:r>
            <a:r>
              <a:rPr lang="pt-BR" sz="1800" dirty="0" err="1"/>
              <a:t>lags</a:t>
            </a:r>
            <a:r>
              <a:rPr lang="pt-BR" sz="1800" dirty="0"/>
              <a:t> consecutivos são muito correlacionados entre si; o PCA oferece ao </a:t>
            </a:r>
            <a:r>
              <a:rPr lang="pt-BR" sz="1800" dirty="0" err="1"/>
              <a:t>boosting</a:t>
            </a:r>
            <a:r>
              <a:rPr lang="pt-BR" sz="1800" dirty="0"/>
              <a:t> eixos alternativos (ex.: "nível médio da semana" vs. "tendência de alta/queda") em que os cortes das árvores podem ser mais eficientes.</a:t>
            </a:r>
          </a:p>
          <a:p>
            <a:endParaRPr lang="pt-BR" sz="1800" dirty="0"/>
          </a:p>
          <a:p>
            <a:endParaRPr lang="pt-BR" sz="1800" dirty="0"/>
          </a:p>
          <a:p>
            <a:endParaRPr lang="pt-BR" sz="1800" dirty="0"/>
          </a:p>
        </p:txBody>
      </p:sp>
      <p:pic>
        <p:nvPicPr>
          <p:cNvPr id="4098" name="Picture 2" descr="Principal Component Analysis (PCA) Explained Visually with Zero Math |  Towards Data Science">
            <a:extLst>
              <a:ext uri="{FF2B5EF4-FFF2-40B4-BE49-F238E27FC236}">
                <a16:creationId xmlns:a16="http://schemas.microsoft.com/office/drawing/2014/main" id="{3FC3D876-B48D-AE05-1A15-686031AD4D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78" r="1509" b="-3"/>
          <a:stretch>
            <a:fillRect/>
          </a:stretch>
        </p:blipFill>
        <p:spPr bwMode="auto">
          <a:xfrm>
            <a:off x="6172200" y="1825625"/>
            <a:ext cx="5181600" cy="4351338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30269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E47E3-1503-AF91-080B-83BCE09A7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4D5B58-0489-A814-93F3-95C481D14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Explicação dos Modelos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4152668-BC9E-F8B2-0129-211660FEEC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0166" y="1408113"/>
            <a:ext cx="11551668" cy="4768850"/>
          </a:xfrm>
        </p:spPr>
        <p:txBody>
          <a:bodyPr/>
          <a:lstStyle/>
          <a:p>
            <a:r>
              <a:rPr lang="pt-BR" b="1" dirty="0"/>
              <a:t>FEAT+ABR(4)` (MAPE 8,59% | mediana 6,36%)</a:t>
            </a:r>
            <a:endParaRPr lang="pt-BR" dirty="0"/>
          </a:p>
          <a:p>
            <a:r>
              <a:rPr lang="pt-BR" dirty="0"/>
              <a:t>1. </a:t>
            </a:r>
            <a:r>
              <a:rPr lang="pt-BR" b="1" dirty="0" err="1"/>
              <a:t>FeatureUnion</a:t>
            </a:r>
            <a:r>
              <a:rPr lang="pt-BR" dirty="0"/>
              <a:t>: features originais (ramo-cópia) + </a:t>
            </a:r>
            <a:r>
              <a:rPr lang="pt-BR" b="1" dirty="0" err="1"/>
              <a:t>Nystroem</a:t>
            </a:r>
            <a:r>
              <a:rPr lang="pt-BR" dirty="0"/>
              <a:t> (kernel `additive_chi2`, `</a:t>
            </a:r>
            <a:r>
              <a:rPr lang="pt-BR" dirty="0" err="1"/>
              <a:t>gamma</a:t>
            </a:r>
            <a:r>
              <a:rPr lang="pt-BR" dirty="0"/>
              <a:t>=0.65`, 7 componentes) — uma aproximação de kernel que projeta os </a:t>
            </a:r>
            <a:r>
              <a:rPr lang="pt-BR" dirty="0" err="1"/>
              <a:t>lags</a:t>
            </a:r>
            <a:r>
              <a:rPr lang="pt-BR" dirty="0"/>
              <a:t> em um espaço não-linear de 7 dimensões.</a:t>
            </a:r>
          </a:p>
          <a:p>
            <a:r>
              <a:rPr lang="pt-BR" dirty="0"/>
              <a:t>2. </a:t>
            </a:r>
            <a:r>
              <a:rPr lang="pt-BR" b="1" dirty="0" err="1"/>
              <a:t>AdaBoostRegressor</a:t>
            </a:r>
            <a:r>
              <a:rPr lang="pt-BR" b="1" dirty="0"/>
              <a:t> </a:t>
            </a:r>
            <a:r>
              <a:rPr lang="pt-BR" dirty="0"/>
              <a:t>(100 árvores, `</a:t>
            </a:r>
            <a:r>
              <a:rPr lang="pt-BR" dirty="0" err="1"/>
              <a:t>learning_rate</a:t>
            </a:r>
            <a:r>
              <a:rPr lang="pt-BR" dirty="0"/>
              <a:t>=1.0`, `</a:t>
            </a:r>
            <a:r>
              <a:rPr lang="pt-BR" dirty="0" err="1"/>
              <a:t>loss</a:t>
            </a:r>
            <a:r>
              <a:rPr lang="pt-BR" dirty="0"/>
              <a:t>=</a:t>
            </a:r>
            <a:r>
              <a:rPr lang="pt-BR" dirty="0" err="1"/>
              <a:t>square</a:t>
            </a:r>
            <a:r>
              <a:rPr lang="pt-BR" dirty="0"/>
              <a:t>`).</a:t>
            </a:r>
            <a:br>
              <a:rPr lang="pt-BR" dirty="0"/>
            </a:br>
            <a:endParaRPr lang="pt-BR" dirty="0"/>
          </a:p>
          <a:p>
            <a:r>
              <a:rPr lang="pt-BR" b="1" dirty="0"/>
              <a:t>Intuição</a:t>
            </a:r>
            <a:r>
              <a:rPr lang="pt-BR" dirty="0"/>
              <a:t>: mesma família do #2 (expandir as features antes do </a:t>
            </a:r>
            <a:r>
              <a:rPr lang="pt-BR" dirty="0" err="1"/>
              <a:t>AdaBoost</a:t>
            </a:r>
            <a:r>
              <a:rPr lang="pt-BR" dirty="0"/>
              <a:t>), mas a expansão é </a:t>
            </a:r>
            <a:r>
              <a:rPr lang="pt-BR" b="1" dirty="0"/>
              <a:t>não-linear</a:t>
            </a:r>
            <a:r>
              <a:rPr lang="pt-BR" dirty="0"/>
              <a:t> via kernel, e o </a:t>
            </a:r>
            <a:r>
              <a:rPr lang="pt-BR" dirty="0" err="1"/>
              <a:t>boosting</a:t>
            </a:r>
            <a:r>
              <a:rPr lang="pt-BR" dirty="0"/>
              <a:t> é mais agressivo (`</a:t>
            </a:r>
            <a:r>
              <a:rPr lang="pt-BR" dirty="0" err="1"/>
              <a:t>learning_rate</a:t>
            </a:r>
            <a:r>
              <a:rPr lang="pt-BR" dirty="0"/>
              <a:t>=1.0`). Segunda melhor mediana do ranking (6,36%).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33E556D-08AD-9B3E-CE3C-320ED1BDAE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68172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D486A-6179-A699-5D9C-2807FC5AC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7AC2C3-77D6-E8EE-5FD0-A968946D8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Explicação dos Modelos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7560FE7-AB3F-E0D7-E237-24F99EDBE3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0166" y="1408113"/>
            <a:ext cx="11551668" cy="4768850"/>
          </a:xfrm>
        </p:spPr>
        <p:txBody>
          <a:bodyPr>
            <a:normAutofit lnSpcReduction="10000"/>
          </a:bodyPr>
          <a:lstStyle/>
          <a:p>
            <a:r>
              <a:rPr lang="pt-BR" b="1" dirty="0"/>
              <a:t>SE(ETR)+MMS+BIN+SE(ELAS)+ABR (MAPE 8,59% | mediana 6,62%)</a:t>
            </a:r>
            <a:endParaRPr lang="pt-BR" dirty="0"/>
          </a:p>
          <a:p>
            <a:r>
              <a:rPr lang="pt-BR" dirty="0"/>
              <a:t>O pipeline mais longo dos quatro, alternando empilhamento e transformação:</a:t>
            </a:r>
            <a:br>
              <a:rPr lang="pt-BR" dirty="0"/>
            </a:br>
            <a:endParaRPr lang="pt-BR" dirty="0"/>
          </a:p>
          <a:p>
            <a:r>
              <a:rPr lang="pt-BR" dirty="0"/>
              <a:t>1. </a:t>
            </a:r>
            <a:r>
              <a:rPr lang="pt-BR" b="1" dirty="0" err="1"/>
              <a:t>StackingEstimator</a:t>
            </a:r>
            <a:r>
              <a:rPr lang="pt-BR" b="1" dirty="0"/>
              <a:t>(</a:t>
            </a:r>
            <a:r>
              <a:rPr lang="pt-BR" b="1" dirty="0" err="1"/>
              <a:t>ExtraTreesRegressor</a:t>
            </a:r>
            <a:r>
              <a:rPr lang="pt-BR" b="1" dirty="0"/>
              <a:t>) </a:t>
            </a:r>
            <a:r>
              <a:rPr lang="pt-BR" dirty="0"/>
              <a:t>— uma floresta deliberadamente conservadora (`</a:t>
            </a:r>
            <a:r>
              <a:rPr lang="pt-BR" dirty="0" err="1"/>
              <a:t>max_features</a:t>
            </a:r>
            <a:r>
              <a:rPr lang="pt-BR" dirty="0"/>
              <a:t>=0.15`, `</a:t>
            </a:r>
            <a:r>
              <a:rPr lang="pt-BR" dirty="0" err="1"/>
              <a:t>min_samples_leaf</a:t>
            </a:r>
            <a:r>
              <a:rPr lang="pt-BR" dirty="0"/>
              <a:t>=9`, </a:t>
            </a:r>
            <a:r>
              <a:rPr lang="pt-BR" dirty="0" err="1"/>
              <a:t>bootstrap</a:t>
            </a:r>
            <a:r>
              <a:rPr lang="pt-BR" dirty="0"/>
              <a:t>) gera uma previsão "suave" que vira feature extra.</a:t>
            </a:r>
          </a:p>
          <a:p>
            <a:r>
              <a:rPr lang="pt-BR" dirty="0"/>
              <a:t>2. </a:t>
            </a:r>
            <a:r>
              <a:rPr lang="pt-BR" b="1" dirty="0" err="1"/>
              <a:t>MinMaxScaler</a:t>
            </a:r>
            <a:r>
              <a:rPr lang="pt-BR" b="1" dirty="0"/>
              <a:t> </a:t>
            </a:r>
            <a:r>
              <a:rPr lang="pt-BR" dirty="0"/>
              <a:t>— normaliza tudo para [0, 1].</a:t>
            </a:r>
          </a:p>
          <a:p>
            <a:r>
              <a:rPr lang="pt-BR" dirty="0"/>
              <a:t>3. </a:t>
            </a:r>
            <a:r>
              <a:rPr lang="pt-BR" b="1" dirty="0" err="1"/>
              <a:t>Binarizer</a:t>
            </a:r>
            <a:r>
              <a:rPr lang="pt-BR" b="1" dirty="0"/>
              <a:t>(</a:t>
            </a:r>
            <a:r>
              <a:rPr lang="pt-BR" b="1" dirty="0" err="1"/>
              <a:t>threshold</a:t>
            </a:r>
            <a:r>
              <a:rPr lang="pt-BR" b="1" dirty="0"/>
              <a:t>=0.85) </a:t>
            </a:r>
            <a:r>
              <a:rPr lang="pt-BR" dirty="0"/>
              <a:t>— converte cada feature em 0/1: vira um conjunto de </a:t>
            </a:r>
            <a:r>
              <a:rPr lang="pt-BR" i="1" dirty="0"/>
              <a:t>*flags*</a:t>
            </a:r>
            <a:r>
              <a:rPr lang="pt-BR" dirty="0"/>
              <a:t> indicando quais </a:t>
            </a:r>
            <a:r>
              <a:rPr lang="pt-BR" dirty="0" err="1"/>
              <a:t>lags</a:t>
            </a:r>
            <a:r>
              <a:rPr lang="pt-BR" dirty="0"/>
              <a:t> (e a previsão da floresta) estão no topo da escala — "ontem foi um dia de volume alto?".</a:t>
            </a:r>
          </a:p>
          <a:p>
            <a:r>
              <a:rPr lang="pt-BR" dirty="0"/>
              <a:t>4. </a:t>
            </a:r>
            <a:r>
              <a:rPr lang="pt-BR" b="1" dirty="0" err="1"/>
              <a:t>StackingEstimator</a:t>
            </a:r>
            <a:r>
              <a:rPr lang="pt-BR" b="1" dirty="0"/>
              <a:t>(</a:t>
            </a:r>
            <a:r>
              <a:rPr lang="pt-BR" b="1" dirty="0" err="1"/>
              <a:t>ElasticNetCV</a:t>
            </a:r>
            <a:r>
              <a:rPr lang="pt-BR" b="1" dirty="0"/>
              <a:t>) </a:t>
            </a:r>
            <a:r>
              <a:rPr lang="pt-BR" dirty="0"/>
              <a:t> — uma regressão linear regularizada (L1+L2, `l1_ratio=0.65`, força escolhida por validação cruzada) prevê a partir dessas flags e anexa sua previsão como feature.</a:t>
            </a:r>
          </a:p>
          <a:p>
            <a:r>
              <a:rPr lang="pt-BR" dirty="0"/>
              <a:t>5. </a:t>
            </a:r>
            <a:r>
              <a:rPr lang="pt-BR" b="1" dirty="0" err="1"/>
              <a:t>AdaBoostRegressor</a:t>
            </a:r>
            <a:r>
              <a:rPr lang="pt-BR" dirty="0"/>
              <a:t> (100 árvores, `</a:t>
            </a:r>
            <a:r>
              <a:rPr lang="pt-BR" dirty="0" err="1"/>
              <a:t>learning_rate</a:t>
            </a:r>
            <a:r>
              <a:rPr lang="pt-BR" dirty="0"/>
              <a:t>=0.01`, `</a:t>
            </a:r>
            <a:r>
              <a:rPr lang="pt-BR" dirty="0" err="1"/>
              <a:t>loss</a:t>
            </a:r>
            <a:r>
              <a:rPr lang="pt-BR" dirty="0"/>
              <a:t>=</a:t>
            </a:r>
            <a:r>
              <a:rPr lang="pt-BR" dirty="0" err="1"/>
              <a:t>square</a:t>
            </a:r>
            <a:r>
              <a:rPr lang="pt-BR" dirty="0"/>
              <a:t>`) — </a:t>
            </a:r>
            <a:r>
              <a:rPr lang="pt-BR" dirty="0" err="1"/>
              <a:t>boosting</a:t>
            </a:r>
            <a:r>
              <a:rPr lang="pt-BR" dirty="0"/>
              <a:t> bem lento/conservador no topo.</a:t>
            </a:r>
            <a:br>
              <a:rPr lang="pt-BR" dirty="0"/>
            </a:br>
            <a:endParaRPr lang="pt-BR" dirty="0"/>
          </a:p>
          <a:p>
            <a:r>
              <a:rPr lang="pt-BR" b="1" dirty="0"/>
              <a:t>Intuição</a:t>
            </a:r>
            <a:r>
              <a:rPr lang="pt-BR" dirty="0"/>
              <a:t>: o pipeline transforma a série em sinais binários de "regime alto/baixo" e combina duas opiniões (floresta + linear) antes de um </a:t>
            </a:r>
            <a:r>
              <a:rPr lang="pt-BR" dirty="0" err="1"/>
              <a:t>boosting</a:t>
            </a:r>
            <a:r>
              <a:rPr lang="pt-BR" dirty="0"/>
              <a:t> de passo muito curto. É o mais regularizado dos quatro — empata com o #3 em média, mas tem a mediana mais alta do grupo.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7F29E35-6ED9-07C6-F571-867E1379A4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22659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C933F-3AEE-818F-99FD-4631FE243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E4B7E52-ED4E-244B-7BC3-56504D6B4EB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>
                <a:latin typeface="+mj-lt"/>
              </a:rPr>
              <a:t>Valor</a:t>
            </a:r>
          </a:p>
        </p:txBody>
      </p:sp>
    </p:spTree>
    <p:extLst>
      <p:ext uri="{BB962C8B-B14F-4D97-AF65-F5344CB8AC3E}">
        <p14:creationId xmlns:p14="http://schemas.microsoft.com/office/powerpoint/2010/main" val="2590355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B8CB7-D27D-19B7-0202-BBD87184A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D9921DF-4880-8B78-6078-4FB8E436993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>
                <a:latin typeface="+mj-lt"/>
              </a:rPr>
              <a:t>Modelos TPOT </a:t>
            </a:r>
          </a:p>
        </p:txBody>
      </p:sp>
    </p:spTree>
    <p:extLst>
      <p:ext uri="{BB962C8B-B14F-4D97-AF65-F5344CB8AC3E}">
        <p14:creationId xmlns:p14="http://schemas.microsoft.com/office/powerpoint/2010/main" val="6803242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78ABE-9053-5232-D23C-C79DD0F5C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84DB5F0-4214-57AB-8DDD-6FC21CD2B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br>
              <a:rPr lang="pt-BR" dirty="0"/>
            </a:br>
            <a:endParaRPr lang="pt-BR" dirty="0"/>
          </a:p>
          <a:p>
            <a:endParaRPr lang="pt-BR" dirty="0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A20CAD7C-4704-CCC3-BE8C-E8716AFAE3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417618"/>
              </p:ext>
            </p:extLst>
          </p:nvPr>
        </p:nvGraphicFramePr>
        <p:xfrm>
          <a:off x="838200" y="1973668"/>
          <a:ext cx="10515601" cy="2910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2967">
                  <a:extLst>
                    <a:ext uri="{9D8B030D-6E8A-4147-A177-3AD203B41FA5}">
                      <a16:colId xmlns:a16="http://schemas.microsoft.com/office/drawing/2014/main" val="2779368206"/>
                    </a:ext>
                  </a:extLst>
                </a:gridCol>
                <a:gridCol w="601400">
                  <a:extLst>
                    <a:ext uri="{9D8B030D-6E8A-4147-A177-3AD203B41FA5}">
                      <a16:colId xmlns:a16="http://schemas.microsoft.com/office/drawing/2014/main" val="678149036"/>
                    </a:ext>
                  </a:extLst>
                </a:gridCol>
                <a:gridCol w="765066">
                  <a:extLst>
                    <a:ext uri="{9D8B030D-6E8A-4147-A177-3AD203B41FA5}">
                      <a16:colId xmlns:a16="http://schemas.microsoft.com/office/drawing/2014/main" val="86284326"/>
                    </a:ext>
                  </a:extLst>
                </a:gridCol>
                <a:gridCol w="637109">
                  <a:extLst>
                    <a:ext uri="{9D8B030D-6E8A-4147-A177-3AD203B41FA5}">
                      <a16:colId xmlns:a16="http://schemas.microsoft.com/office/drawing/2014/main" val="725450895"/>
                    </a:ext>
                  </a:extLst>
                </a:gridCol>
                <a:gridCol w="442198">
                  <a:extLst>
                    <a:ext uri="{9D8B030D-6E8A-4147-A177-3AD203B41FA5}">
                      <a16:colId xmlns:a16="http://schemas.microsoft.com/office/drawing/2014/main" val="3338531729"/>
                    </a:ext>
                  </a:extLst>
                </a:gridCol>
                <a:gridCol w="534446">
                  <a:extLst>
                    <a:ext uri="{9D8B030D-6E8A-4147-A177-3AD203B41FA5}">
                      <a16:colId xmlns:a16="http://schemas.microsoft.com/office/drawing/2014/main" val="739870527"/>
                    </a:ext>
                  </a:extLst>
                </a:gridCol>
                <a:gridCol w="442198">
                  <a:extLst>
                    <a:ext uri="{9D8B030D-6E8A-4147-A177-3AD203B41FA5}">
                      <a16:colId xmlns:a16="http://schemas.microsoft.com/office/drawing/2014/main" val="3645009953"/>
                    </a:ext>
                  </a:extLst>
                </a:gridCol>
                <a:gridCol w="626694">
                  <a:extLst>
                    <a:ext uri="{9D8B030D-6E8A-4147-A177-3AD203B41FA5}">
                      <a16:colId xmlns:a16="http://schemas.microsoft.com/office/drawing/2014/main" val="863974668"/>
                    </a:ext>
                  </a:extLst>
                </a:gridCol>
                <a:gridCol w="626694">
                  <a:extLst>
                    <a:ext uri="{9D8B030D-6E8A-4147-A177-3AD203B41FA5}">
                      <a16:colId xmlns:a16="http://schemas.microsoft.com/office/drawing/2014/main" val="3420776378"/>
                    </a:ext>
                  </a:extLst>
                </a:gridCol>
                <a:gridCol w="718943">
                  <a:extLst>
                    <a:ext uri="{9D8B030D-6E8A-4147-A177-3AD203B41FA5}">
                      <a16:colId xmlns:a16="http://schemas.microsoft.com/office/drawing/2014/main" val="331440580"/>
                    </a:ext>
                  </a:extLst>
                </a:gridCol>
                <a:gridCol w="718943">
                  <a:extLst>
                    <a:ext uri="{9D8B030D-6E8A-4147-A177-3AD203B41FA5}">
                      <a16:colId xmlns:a16="http://schemas.microsoft.com/office/drawing/2014/main" val="348798387"/>
                    </a:ext>
                  </a:extLst>
                </a:gridCol>
                <a:gridCol w="718943">
                  <a:extLst>
                    <a:ext uri="{9D8B030D-6E8A-4147-A177-3AD203B41FA5}">
                      <a16:colId xmlns:a16="http://schemas.microsoft.com/office/drawing/2014/main" val="2758031301"/>
                    </a:ext>
                  </a:extLst>
                </a:gridCol>
              </a:tblGrid>
              <a:tr h="81310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Pipeline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MAPE Médio (%)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Mediana (%)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Desvio (%)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Q1 (%)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Q3 (%)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Min (%)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Max (%)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&lt; 5%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&lt; 10%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&lt; 50%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&lt; 100%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/>
                </a:tc>
                <a:extLst>
                  <a:ext uri="{0D108BD9-81ED-4DB2-BD59-A6C34878D82A}">
                    <a16:rowId xmlns:a16="http://schemas.microsoft.com/office/drawing/2014/main" val="2789350439"/>
                  </a:ext>
                </a:extLst>
              </a:tr>
              <a:tr h="3074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SE(ETR)+ABR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9,7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7,19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13,03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3,28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11,65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0,08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152,59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99/266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177/266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262/266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265/266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extLst>
                  <a:ext uri="{0D108BD9-81ED-4DB2-BD59-A6C34878D82A}">
                    <a16:rowId xmlns:a16="http://schemas.microsoft.com/office/drawing/2014/main" val="1627576111"/>
                  </a:ext>
                </a:extLst>
              </a:tr>
              <a:tr h="3074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FEAT+MMS+SE(ABR)+RFR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10,2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7,18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11,57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3,89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12,78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0,11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95,46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87/266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170/266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261/266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266/266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extLst>
                  <a:ext uri="{0D108BD9-81ED-4DB2-BD59-A6C34878D82A}">
                    <a16:rowId xmlns:a16="http://schemas.microsoft.com/office/drawing/2014/main" val="1037529434"/>
                  </a:ext>
                </a:extLst>
              </a:tr>
              <a:tr h="5602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SELE+MAS+SE(ABR)+NRM+SE(ELAS)+SS+VT+ABR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10,81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7,94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12,92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3,48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13,85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0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148,86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87/266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152/266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263/266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265/266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extLst>
                  <a:ext uri="{0D108BD9-81ED-4DB2-BD59-A6C34878D82A}">
                    <a16:rowId xmlns:a16="http://schemas.microsoft.com/office/drawing/2014/main" val="1841304127"/>
                  </a:ext>
                </a:extLst>
              </a:tr>
              <a:tr h="3074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FEAT+SE(ELAS)+SELE+ABR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11,05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8,42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13,65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4,34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13,29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0,01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170,68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81/266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158/266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262/266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265/266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extLst>
                  <a:ext uri="{0D108BD9-81ED-4DB2-BD59-A6C34878D82A}">
                    <a16:rowId xmlns:a16="http://schemas.microsoft.com/office/drawing/2014/main" val="2764052677"/>
                  </a:ext>
                </a:extLst>
              </a:tr>
              <a:tr h="3074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POLY+MAS+SELE+ABR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12,35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9,3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13,59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4,21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15,61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0,14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143,8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84/266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143/266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261/266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265/266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extLst>
                  <a:ext uri="{0D108BD9-81ED-4DB2-BD59-A6C34878D82A}">
                    <a16:rowId xmlns:a16="http://schemas.microsoft.com/office/drawing/2014/main" val="3674682334"/>
                  </a:ext>
                </a:extLst>
              </a:tr>
              <a:tr h="3074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Pipeline Antiga em Producao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9,15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6,89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11,58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3,3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12,36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0,02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156,42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96/266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173/266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264/266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265/266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927" marR="8927" marT="8927" marB="0" anchor="b"/>
                </a:tc>
                <a:extLst>
                  <a:ext uri="{0D108BD9-81ED-4DB2-BD59-A6C34878D82A}">
                    <a16:rowId xmlns:a16="http://schemas.microsoft.com/office/drawing/2014/main" val="3549268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82075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18B8F-7483-1699-AA4E-07D4BA0C7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50F51E4-C275-076C-989E-A4C44F780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br>
              <a:rPr lang="pt-BR" dirty="0"/>
            </a:br>
            <a:endParaRPr lang="pt-BR" dirty="0"/>
          </a:p>
          <a:p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27348E7-F4B3-D554-91BB-8DDEFC6C2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167" y="0"/>
            <a:ext cx="93783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9262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FA9B1-9FAA-C461-C8E0-03B353208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593694-CC95-F557-0B1A-ED19CF3B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35408B0-9056-73F1-1AF2-308306E8BC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0166" y="1408113"/>
            <a:ext cx="11551668" cy="4768850"/>
          </a:xfrm>
        </p:spPr>
        <p:txBody>
          <a:bodyPr>
            <a:normAutofit/>
          </a:bodyPr>
          <a:lstStyle/>
          <a:p>
            <a:br>
              <a:rPr lang="pt-BR" dirty="0"/>
            </a:br>
            <a:endParaRPr lang="pt-BR" dirty="0"/>
          </a:p>
          <a:p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26F5B6E-373C-2E5D-1EE4-407C4457DA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6847EB9-774C-C9B0-9D90-79DE9E833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4075"/>
            <a:ext cx="12192000" cy="40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8818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AC87C-AA93-F2B5-C7D6-0D1616945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C6961323-AB43-A528-181D-DD19A59F6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165" y="365126"/>
            <a:ext cx="11551667" cy="521566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E3D1A34F-36C0-4D39-E246-66DCB55BED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165" y="886692"/>
            <a:ext cx="11551667" cy="38374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C1AE78-AA0D-E98A-ADCF-727CE7F691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75320" y="1408112"/>
            <a:ext cx="2296513" cy="4768705"/>
          </a:xfrm>
        </p:spPr>
        <p:txBody>
          <a:bodyPr>
            <a:normAutofit/>
          </a:bodyPr>
          <a:lstStyle/>
          <a:p>
            <a:br>
              <a:rPr lang="pt-BR" dirty="0"/>
            </a:br>
            <a:endParaRPr lang="pt-BR" dirty="0"/>
          </a:p>
          <a:p>
            <a:endParaRPr lang="pt-BR" dirty="0"/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C26CCA6E-039F-FF40-3177-8613C04C9F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444951"/>
              </p:ext>
            </p:extLst>
          </p:nvPr>
        </p:nvGraphicFramePr>
        <p:xfrm>
          <a:off x="320165" y="365125"/>
          <a:ext cx="11551666" cy="52597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6735">
                  <a:extLst>
                    <a:ext uri="{9D8B030D-6E8A-4147-A177-3AD203B41FA5}">
                      <a16:colId xmlns:a16="http://schemas.microsoft.com/office/drawing/2014/main" val="1931812002"/>
                    </a:ext>
                  </a:extLst>
                </a:gridCol>
                <a:gridCol w="1743075">
                  <a:extLst>
                    <a:ext uri="{9D8B030D-6E8A-4147-A177-3AD203B41FA5}">
                      <a16:colId xmlns:a16="http://schemas.microsoft.com/office/drawing/2014/main" val="2679935903"/>
                    </a:ext>
                  </a:extLst>
                </a:gridCol>
                <a:gridCol w="1724025">
                  <a:extLst>
                    <a:ext uri="{9D8B030D-6E8A-4147-A177-3AD203B41FA5}">
                      <a16:colId xmlns:a16="http://schemas.microsoft.com/office/drawing/2014/main" val="1539644431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301108063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441688815"/>
                    </a:ext>
                  </a:extLst>
                </a:gridCol>
                <a:gridCol w="1362075">
                  <a:extLst>
                    <a:ext uri="{9D8B030D-6E8A-4147-A177-3AD203B41FA5}">
                      <a16:colId xmlns:a16="http://schemas.microsoft.com/office/drawing/2014/main" val="741059064"/>
                    </a:ext>
                  </a:extLst>
                </a:gridCol>
                <a:gridCol w="2623056">
                  <a:extLst>
                    <a:ext uri="{9D8B030D-6E8A-4147-A177-3AD203B41FA5}">
                      <a16:colId xmlns:a16="http://schemas.microsoft.com/office/drawing/2014/main" val="1154531616"/>
                    </a:ext>
                  </a:extLst>
                </a:gridCol>
              </a:tblGrid>
              <a:tr h="27305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Dia</a:t>
                      </a:r>
                      <a:endParaRPr lang="pt-BR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Valor Realizado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Previsto Antiga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Previsto SE(ETR)+ABR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MAPE Antiga (%)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MAPE TPOT (%)</a:t>
                      </a:r>
                      <a:endParaRPr lang="pt-BR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Melhor no Dia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/>
                </a:tc>
                <a:extLst>
                  <a:ext uri="{0D108BD9-81ED-4DB2-BD59-A6C34878D82A}">
                    <a16:rowId xmlns:a16="http://schemas.microsoft.com/office/drawing/2014/main" val="23706676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2026-03-02 00:00:00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5115154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5189141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5445915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1,45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6,47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Pipeline Antiga em Producao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extLst>
                  <a:ext uri="{0D108BD9-81ED-4DB2-BD59-A6C34878D82A}">
                    <a16:rowId xmlns:a16="http://schemas.microsoft.com/office/drawing/2014/main" val="3931431181"/>
                  </a:ext>
                </a:extLst>
              </a:tr>
              <a:tr h="22011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2026-03-03 00:00:00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4521644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5286205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5258255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16,91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16,29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SE(ETR)+ABR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extLst>
                  <a:ext uri="{0D108BD9-81ED-4DB2-BD59-A6C34878D82A}">
                    <a16:rowId xmlns:a16="http://schemas.microsoft.com/office/drawing/2014/main" val="3968547098"/>
                  </a:ext>
                </a:extLst>
              </a:tr>
              <a:tr h="22011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2026-03-04 00:00:00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4818741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5286713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5132238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9,71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6,51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SE(ETR)+ABR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extLst>
                  <a:ext uri="{0D108BD9-81ED-4DB2-BD59-A6C34878D82A}">
                    <a16:rowId xmlns:a16="http://schemas.microsoft.com/office/drawing/2014/main" val="1689294043"/>
                  </a:ext>
                </a:extLst>
              </a:tr>
              <a:tr h="22011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2026-03-05 00:00:00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4593402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5070862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5016665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10,39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9,21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SE(ETR)+ABR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extLst>
                  <a:ext uri="{0D108BD9-81ED-4DB2-BD59-A6C34878D82A}">
                    <a16:rowId xmlns:a16="http://schemas.microsoft.com/office/drawing/2014/main" val="1631019753"/>
                  </a:ext>
                </a:extLst>
              </a:tr>
              <a:tr h="22011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2026-03-06 00:00:00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4916778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5062785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5022564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2,97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2,15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SE(ETR)+ABR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extLst>
                  <a:ext uri="{0D108BD9-81ED-4DB2-BD59-A6C34878D82A}">
                    <a16:rowId xmlns:a16="http://schemas.microsoft.com/office/drawing/2014/main" val="1958079609"/>
                  </a:ext>
                </a:extLst>
              </a:tr>
              <a:tr h="22011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2026-03-09 00:00:00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4278745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5063074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5051786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18,33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18,07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SE(ETR)+ABR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extLst>
                  <a:ext uri="{0D108BD9-81ED-4DB2-BD59-A6C34878D82A}">
                    <a16:rowId xmlns:a16="http://schemas.microsoft.com/office/drawing/2014/main" val="1054069051"/>
                  </a:ext>
                </a:extLst>
              </a:tr>
              <a:tr h="22011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2026-03-10 00:00:00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5123144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5771990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4902765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12,66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4,3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SE(ETR)+ABR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extLst>
                  <a:ext uri="{0D108BD9-81ED-4DB2-BD59-A6C34878D82A}">
                    <a16:rowId xmlns:a16="http://schemas.microsoft.com/office/drawing/2014/main" val="1201753731"/>
                  </a:ext>
                </a:extLst>
              </a:tr>
              <a:tr h="26047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2026-03-11 00:00:00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5438273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5726453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4906470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5,3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9,78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Pipeline Antiga em </a:t>
                      </a:r>
                      <a:r>
                        <a:rPr lang="pt-BR" sz="1000" u="none" strike="noStrike" dirty="0" err="1">
                          <a:effectLst/>
                        </a:rPr>
                        <a:t>Producao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extLst>
                  <a:ext uri="{0D108BD9-81ED-4DB2-BD59-A6C34878D82A}">
                    <a16:rowId xmlns:a16="http://schemas.microsoft.com/office/drawing/2014/main" val="617217134"/>
                  </a:ext>
                </a:extLst>
              </a:tr>
              <a:tr h="22011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2026-03-12 00:00:00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5377910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5715868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5122696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6,28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4,75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SE(ETR)+ABR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extLst>
                  <a:ext uri="{0D108BD9-81ED-4DB2-BD59-A6C34878D82A}">
                    <a16:rowId xmlns:a16="http://schemas.microsoft.com/office/drawing/2014/main" val="2749898798"/>
                  </a:ext>
                </a:extLst>
              </a:tr>
              <a:tr h="22011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2026-03-13 00:00:00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5421431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5265030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5349239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2,88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1,33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SE(ETR)+ABR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extLst>
                  <a:ext uri="{0D108BD9-81ED-4DB2-BD59-A6C34878D82A}">
                    <a16:rowId xmlns:a16="http://schemas.microsoft.com/office/drawing/2014/main" val="3462399008"/>
                  </a:ext>
                </a:extLst>
              </a:tr>
              <a:tr h="22011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2026-03-16 00:00:00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5278741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5453145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5310304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3,3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0,6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SE(ETR)+ABR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extLst>
                  <a:ext uri="{0D108BD9-81ED-4DB2-BD59-A6C34878D82A}">
                    <a16:rowId xmlns:a16="http://schemas.microsoft.com/office/drawing/2014/main" val="255514326"/>
                  </a:ext>
                </a:extLst>
              </a:tr>
              <a:tr h="22011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2026-03-17 00:00:00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5490849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5157883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5382244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6,06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1,98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SE(ETR)+ABR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extLst>
                  <a:ext uri="{0D108BD9-81ED-4DB2-BD59-A6C34878D82A}">
                    <a16:rowId xmlns:a16="http://schemas.microsoft.com/office/drawing/2014/main" val="1264054551"/>
                  </a:ext>
                </a:extLst>
              </a:tr>
              <a:tr h="22011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2026-03-18 00:00:00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4996643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5474724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5398943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9,57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8,05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SE(ETR)+ABR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extLst>
                  <a:ext uri="{0D108BD9-81ED-4DB2-BD59-A6C34878D82A}">
                    <a16:rowId xmlns:a16="http://schemas.microsoft.com/office/drawing/2014/main" val="284783558"/>
                  </a:ext>
                </a:extLst>
              </a:tr>
              <a:tr h="22011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2026-03-19 00:00:00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5874283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5194883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5245356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11,57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10,71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SE(ETR)+ABR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extLst>
                  <a:ext uri="{0D108BD9-81ED-4DB2-BD59-A6C34878D82A}">
                    <a16:rowId xmlns:a16="http://schemas.microsoft.com/office/drawing/2014/main" val="437323022"/>
                  </a:ext>
                </a:extLst>
              </a:tr>
              <a:tr h="22011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2026-03-20 00:00:00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5283066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5594187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5579623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5,89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5,61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SE(ETR)+ABR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extLst>
                  <a:ext uri="{0D108BD9-81ED-4DB2-BD59-A6C34878D82A}">
                    <a16:rowId xmlns:a16="http://schemas.microsoft.com/office/drawing/2014/main" val="3826879744"/>
                  </a:ext>
                </a:extLst>
              </a:tr>
              <a:tr h="32712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2026-03-23 00:00:00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5294583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5101017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4940024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3,66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6,7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Pipeline Antiga em Producao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extLst>
                  <a:ext uri="{0D108BD9-81ED-4DB2-BD59-A6C34878D82A}">
                    <a16:rowId xmlns:a16="http://schemas.microsoft.com/office/drawing/2014/main" val="1752581010"/>
                  </a:ext>
                </a:extLst>
              </a:tr>
              <a:tr h="22011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2026-03-24 00:00:00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5866484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5310212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5429800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9,48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7,44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SE(ETR)+ABR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extLst>
                  <a:ext uri="{0D108BD9-81ED-4DB2-BD59-A6C34878D82A}">
                    <a16:rowId xmlns:a16="http://schemas.microsoft.com/office/drawing/2014/main" val="1810664601"/>
                  </a:ext>
                </a:extLst>
              </a:tr>
              <a:tr h="21702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2026-03-25 00:00:00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5819410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5160393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5030717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11,32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13,55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Pipeline Antiga em Producao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extLst>
                  <a:ext uri="{0D108BD9-81ED-4DB2-BD59-A6C34878D82A}">
                    <a16:rowId xmlns:a16="http://schemas.microsoft.com/office/drawing/2014/main" val="3133784152"/>
                  </a:ext>
                </a:extLst>
              </a:tr>
              <a:tr h="22011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2026-03-26 00:00:00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5597647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5069445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5459922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9,44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2,46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SE(ETR)+ABR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extLst>
                  <a:ext uri="{0D108BD9-81ED-4DB2-BD59-A6C34878D82A}">
                    <a16:rowId xmlns:a16="http://schemas.microsoft.com/office/drawing/2014/main" val="2781205855"/>
                  </a:ext>
                </a:extLst>
              </a:tr>
              <a:tr h="22223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2026-03-27 00:00:00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6014741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5803528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5772478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3,51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4,03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Pipeline Antiga em Producao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extLst>
                  <a:ext uri="{0D108BD9-81ED-4DB2-BD59-A6C34878D82A}">
                    <a16:rowId xmlns:a16="http://schemas.microsoft.com/office/drawing/2014/main" val="3676478924"/>
                  </a:ext>
                </a:extLst>
              </a:tr>
              <a:tr h="24753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2026-03-30 00:00:00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5927636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5310212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4958460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10,42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16,35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Pipeline Antiga em Producao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extLst>
                  <a:ext uri="{0D108BD9-81ED-4DB2-BD59-A6C34878D82A}">
                    <a16:rowId xmlns:a16="http://schemas.microsoft.com/office/drawing/2014/main" val="2374947648"/>
                  </a:ext>
                </a:extLst>
              </a:tr>
              <a:tr h="22011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2026-03-31 00:00:00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5341544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5460393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5406807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2,22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1,22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SE(ETR)+ABR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53" marR="4553" marT="4553" marB="0" anchor="b"/>
                </a:tc>
                <a:extLst>
                  <a:ext uri="{0D108BD9-81ED-4DB2-BD59-A6C34878D82A}">
                    <a16:rowId xmlns:a16="http://schemas.microsoft.com/office/drawing/2014/main" val="366503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73330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BFE53-A250-840C-0629-A0A8D62BC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Espaço Reservado para Conteúdo 5">
            <a:extLst>
              <a:ext uri="{FF2B5EF4-FFF2-40B4-BE49-F238E27FC236}">
                <a16:creationId xmlns:a16="http://schemas.microsoft.com/office/drawing/2014/main" id="{E1F87EA8-45A9-752F-A9CD-DFE04CF82C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3617588"/>
              </p:ext>
            </p:extLst>
          </p:nvPr>
        </p:nvGraphicFramePr>
        <p:xfrm>
          <a:off x="320675" y="1408113"/>
          <a:ext cx="1155064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0216">
                  <a:extLst>
                    <a:ext uri="{9D8B030D-6E8A-4147-A177-3AD203B41FA5}">
                      <a16:colId xmlns:a16="http://schemas.microsoft.com/office/drawing/2014/main" val="4104422358"/>
                    </a:ext>
                  </a:extLst>
                </a:gridCol>
                <a:gridCol w="3850216">
                  <a:extLst>
                    <a:ext uri="{9D8B030D-6E8A-4147-A177-3AD203B41FA5}">
                      <a16:colId xmlns:a16="http://schemas.microsoft.com/office/drawing/2014/main" val="401912300"/>
                    </a:ext>
                  </a:extLst>
                </a:gridCol>
                <a:gridCol w="3850216">
                  <a:extLst>
                    <a:ext uri="{9D8B030D-6E8A-4147-A177-3AD203B41FA5}">
                      <a16:colId xmlns:a16="http://schemas.microsoft.com/office/drawing/2014/main" val="990507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Modelo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Média do MAPE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Mediana do MAPE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943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Pipeline Antiga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8,21%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8,38%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272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/>
                        <a:t>Novo Modelo</a:t>
                      </a:r>
                      <a:r>
                        <a:rPr lang="pt-BR" dirty="0"/>
                        <a:t> </a:t>
                      </a:r>
                      <a:r>
                        <a:rPr lang="pt-B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SE(ETR)+ABR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7,16%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6,49%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954442"/>
                  </a:ext>
                </a:extLst>
              </a:tr>
            </a:tbl>
          </a:graphicData>
        </a:graphic>
      </p:graphicFrame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7814F40-83CC-9143-2E4B-565B6A9342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D4998CE-6AA2-09CD-1B70-6104392421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19088" y="2465363"/>
            <a:ext cx="6996852" cy="11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SE(ETR)+ABR: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Foi o melhor em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15 dos 22 dias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lang="pt-BR" altLang="pt-BR" sz="1800" dirty="0">
                <a:latin typeface="Google Sans Text"/>
                <a:sym typeface="Wingdings" panose="05000000000000000000" pitchFamily="2" charset="2"/>
              </a:rPr>
              <a:t>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68,18%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Pipeline Antiga em Produção: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Foi o melhor em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7 dos 22 dias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  <a:sym typeface="Wingdings" panose="05000000000000000000" pitchFamily="2" charset="2"/>
              </a:rPr>
              <a:t>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31,82%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2156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FD056-C288-6161-025A-D60EBBE96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C2420321-5591-C866-B955-C027E2172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165" y="365126"/>
            <a:ext cx="11551667" cy="521566"/>
          </a:xfrm>
        </p:spPr>
        <p:txBody>
          <a:bodyPr/>
          <a:lstStyle/>
          <a:p>
            <a:r>
              <a:rPr lang="en-US" dirty="0" err="1"/>
              <a:t>Explicação</a:t>
            </a:r>
            <a:r>
              <a:rPr lang="en-US" dirty="0"/>
              <a:t> dos </a:t>
            </a:r>
            <a:r>
              <a:rPr lang="en-US" dirty="0" err="1"/>
              <a:t>Modelos</a:t>
            </a:r>
            <a:endParaRPr lang="en-US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CD649341-3156-016B-72BB-985A65A8DA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165" y="886692"/>
            <a:ext cx="11551667" cy="2085108"/>
          </a:xfrm>
        </p:spPr>
        <p:txBody>
          <a:bodyPr/>
          <a:lstStyle/>
          <a:p>
            <a:r>
              <a:rPr lang="pt-BR" sz="2000" b="1" dirty="0"/>
              <a:t>Nenhum dos 4 bate a Pipeline em Produção</a:t>
            </a:r>
            <a:r>
              <a:rPr lang="pt-BR" sz="2000" dirty="0"/>
              <a:t> — nem na média, nem na mediana. Isso não contradiz o fato de a produção também ser TPOT: ela </a:t>
            </a:r>
            <a:r>
              <a:rPr lang="pt-BR" sz="2000" b="1" dirty="0"/>
              <a:t>refaz a busca </a:t>
            </a:r>
            <a:r>
              <a:rPr lang="pt-BR" sz="2000" b="1" dirty="0" err="1"/>
              <a:t>AutoML</a:t>
            </a:r>
            <a:r>
              <a:rPr lang="pt-BR" sz="2000" b="1" dirty="0"/>
              <a:t> quase todo dia útil</a:t>
            </a:r>
            <a:r>
              <a:rPr lang="pt-BR" sz="2000" dirty="0"/>
              <a:t>, enquanto aqui cada </a:t>
            </a:r>
            <a:r>
              <a:rPr lang="pt-BR" sz="2000" dirty="0" err="1"/>
              <a:t>pkl</a:t>
            </a:r>
            <a:r>
              <a:rPr lang="pt-BR" sz="2000" dirty="0"/>
              <a:t> é uma arquitetura congelada de um dia específico sendo reaplicada a todo o histórico. A arquitetura de um dia bom não generaliza; o que vence a produção no estudo são os candidatos novos</a:t>
            </a:r>
          </a:p>
          <a:p>
            <a:endParaRPr lang="en-US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F57A8F0-F237-FE70-9871-3ABACCD8AA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75320" y="1408112"/>
            <a:ext cx="2296513" cy="4768705"/>
          </a:xfrm>
        </p:spPr>
        <p:txBody>
          <a:bodyPr>
            <a:normAutofit/>
          </a:bodyPr>
          <a:lstStyle/>
          <a:p>
            <a:br>
              <a:rPr lang="pt-BR" dirty="0"/>
            </a:b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79670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76971-63A5-64AC-EF35-244799D3E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846FB9-C92A-9136-469D-658B67B2D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Explicação dos Modelos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1A8F83B-A95F-FA10-CE15-33FF04DE29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0166" y="1408113"/>
            <a:ext cx="11551668" cy="4768850"/>
          </a:xfrm>
        </p:spPr>
        <p:txBody>
          <a:bodyPr>
            <a:normAutofit/>
          </a:bodyPr>
          <a:lstStyle/>
          <a:p>
            <a:r>
              <a:rPr lang="pt-BR" b="1" dirty="0"/>
              <a:t>SE(ETR)+ABR` (MAPE 9,72% | mediana 7,00%)</a:t>
            </a:r>
            <a:endParaRPr lang="pt-BR" dirty="0"/>
          </a:p>
          <a:p>
            <a:r>
              <a:rPr lang="pt-BR" dirty="0"/>
              <a:t>O mais simples e melhor dos cinco, com só dois passos:</a:t>
            </a:r>
          </a:p>
          <a:p>
            <a:r>
              <a:rPr lang="pt-BR" dirty="0"/>
              <a:t>1. SE(</a:t>
            </a:r>
            <a:r>
              <a:rPr lang="pt-BR" dirty="0" err="1"/>
              <a:t>ExtraTreesRegressor</a:t>
            </a:r>
            <a:r>
              <a:rPr lang="pt-BR" dirty="0"/>
              <a:t>) — floresta bem regularizada (`</a:t>
            </a:r>
            <a:r>
              <a:rPr lang="pt-BR" dirty="0" err="1"/>
              <a:t>max_features</a:t>
            </a:r>
            <a:r>
              <a:rPr lang="pt-BR" dirty="0"/>
              <a:t>=0.2`, `</a:t>
            </a:r>
            <a:r>
              <a:rPr lang="pt-BR" dirty="0" err="1"/>
              <a:t>min_samples_leaf</a:t>
            </a:r>
            <a:r>
              <a:rPr lang="pt-BR" dirty="0"/>
              <a:t>=17`, </a:t>
            </a:r>
            <a:r>
              <a:rPr lang="pt-BR" dirty="0" err="1"/>
              <a:t>bootstrap</a:t>
            </a:r>
            <a:r>
              <a:rPr lang="pt-BR" dirty="0"/>
              <a:t>) cuja predição vira feature extra;</a:t>
            </a:r>
          </a:p>
          <a:p>
            <a:r>
              <a:rPr lang="pt-BR" dirty="0"/>
              <a:t>2. </a:t>
            </a:r>
            <a:r>
              <a:rPr lang="pt-BR" dirty="0" err="1"/>
              <a:t>AdaBoostRegressor</a:t>
            </a:r>
            <a:r>
              <a:rPr lang="pt-BR" dirty="0"/>
              <a:t>(</a:t>
            </a:r>
            <a:r>
              <a:rPr lang="pt-BR" dirty="0" err="1"/>
              <a:t>n_estimators</a:t>
            </a:r>
            <a:r>
              <a:rPr lang="pt-BR" dirty="0"/>
              <a:t>=100, </a:t>
            </a:r>
            <a:r>
              <a:rPr lang="pt-BR" dirty="0" err="1"/>
              <a:t>learning_rate</a:t>
            </a:r>
            <a:r>
              <a:rPr lang="pt-BR" dirty="0"/>
              <a:t>=0.001, </a:t>
            </a:r>
            <a:r>
              <a:rPr lang="pt-BR" dirty="0" err="1"/>
              <a:t>loss</a:t>
            </a:r>
            <a:r>
              <a:rPr lang="pt-BR" dirty="0"/>
              <a:t>='</a:t>
            </a:r>
            <a:r>
              <a:rPr lang="pt-BR" dirty="0" err="1"/>
              <a:t>square</a:t>
            </a:r>
            <a:r>
              <a:rPr lang="pt-BR" dirty="0"/>
              <a:t>') — o learning rate minúsculo torna o </a:t>
            </a:r>
            <a:r>
              <a:rPr lang="pt-BR" dirty="0" err="1"/>
              <a:t>boosting</a:t>
            </a:r>
            <a:r>
              <a:rPr lang="pt-BR" dirty="0"/>
              <a:t> quase estático: na prática, um comitê de 100 árvores rasas pouco adaptativo, ou seja, </a:t>
            </a:r>
            <a:r>
              <a:rPr lang="pt-BR" b="1" dirty="0"/>
              <a:t>muito conservador</a:t>
            </a:r>
            <a:endParaRPr lang="pt-BR" dirty="0"/>
          </a:p>
          <a:p>
            <a:r>
              <a:rPr lang="pt-BR" dirty="0"/>
              <a:t>A composição "uma floresta regularizada alimentando um </a:t>
            </a:r>
            <a:r>
              <a:rPr lang="pt-BR" dirty="0" err="1"/>
              <a:t>booster</a:t>
            </a:r>
            <a:r>
              <a:rPr lang="pt-BR" dirty="0"/>
              <a:t> manso" explica o bom resultado relativo: pouca capacidade de </a:t>
            </a:r>
            <a:r>
              <a:rPr lang="pt-BR" dirty="0" err="1"/>
              <a:t>superajustar</a:t>
            </a:r>
            <a:r>
              <a:rPr lang="pt-BR" dirty="0"/>
              <a:t>. Ainda assim, tem o segundo pior desvio do grupo (13,15%) — sofre nos dias atípicos.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0491708-48D2-1720-F86B-B3A7AEACE4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5338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76BC5-8956-CFC2-E34F-7156DC0DC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846CB5-F665-5E1E-F72F-E8F392261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Explicação dos Modelos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FDBDAD9-CC6E-97C1-DB3C-5C7613BF08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0166" y="1408113"/>
            <a:ext cx="11551668" cy="4768850"/>
          </a:xfrm>
        </p:spPr>
        <p:txBody>
          <a:bodyPr>
            <a:normAutofit/>
          </a:bodyPr>
          <a:lstStyle/>
          <a:p>
            <a:r>
              <a:rPr lang="pt-BR" b="1" dirty="0"/>
              <a:t>FEAT+MMS+SE(ABR)+RFR (MAPE 10,12% | mediana 7,81%)</a:t>
            </a:r>
            <a:endParaRPr lang="pt-BR" dirty="0"/>
          </a:p>
          <a:p>
            <a:r>
              <a:rPr lang="pt-BR" dirty="0"/>
              <a:t>O mais complexo dos cinco. O `FEAT` esconde um </a:t>
            </a:r>
            <a:r>
              <a:rPr lang="pt-BR" b="1" dirty="0" err="1"/>
              <a:t>FeatureUnion</a:t>
            </a:r>
            <a:r>
              <a:rPr lang="pt-BR" b="1" dirty="0"/>
              <a:t> aninhado em dois níveis</a:t>
            </a:r>
            <a:r>
              <a:rPr lang="pt-BR" dirty="0"/>
              <a:t> que empilha as predições de 4 modelos como features:</a:t>
            </a:r>
          </a:p>
          <a:p>
            <a:r>
              <a:rPr lang="pt-BR" dirty="0"/>
              <a:t>SE(</a:t>
            </a:r>
            <a:r>
              <a:rPr lang="pt-BR" dirty="0" err="1"/>
              <a:t>LinearSVR</a:t>
            </a:r>
            <a:r>
              <a:rPr lang="pt-BR" dirty="0"/>
              <a:t>) (C=10, perda </a:t>
            </a:r>
            <a:r>
              <a:rPr lang="pt-BR" dirty="0" err="1"/>
              <a:t>squared-epsilon-insensitive</a:t>
            </a:r>
            <a:r>
              <a:rPr lang="pt-BR" dirty="0"/>
              <a:t>);</a:t>
            </a:r>
          </a:p>
          <a:p>
            <a:r>
              <a:rPr lang="pt-BR" dirty="0"/>
              <a:t>dentro de um segundo </a:t>
            </a:r>
            <a:r>
              <a:rPr lang="pt-BR" dirty="0" err="1"/>
              <a:t>FeatureUnion</a:t>
            </a:r>
            <a:r>
              <a:rPr lang="pt-BR" dirty="0"/>
              <a:t>: SE(</a:t>
            </a:r>
            <a:r>
              <a:rPr lang="pt-BR" dirty="0" err="1"/>
              <a:t>RandomForestRegressor</a:t>
            </a:r>
            <a:r>
              <a:rPr lang="pt-BR" dirty="0"/>
              <a:t>) regularizado (`</a:t>
            </a:r>
            <a:r>
              <a:rPr lang="pt-BR" dirty="0" err="1"/>
              <a:t>min_samples_leaf</a:t>
            </a:r>
            <a:r>
              <a:rPr lang="pt-BR" dirty="0"/>
              <a:t>=16`) e um </a:t>
            </a:r>
            <a:r>
              <a:rPr lang="pt-BR" dirty="0" err="1"/>
              <a:t>sub-pipeline</a:t>
            </a:r>
            <a:r>
              <a:rPr lang="pt-BR" dirty="0"/>
              <a:t> `SE(</a:t>
            </a:r>
            <a:r>
              <a:rPr lang="pt-BR" dirty="0" err="1"/>
              <a:t>DecisionTree</a:t>
            </a:r>
            <a:r>
              <a:rPr lang="pt-BR" dirty="0"/>
              <a:t> </a:t>
            </a:r>
            <a:r>
              <a:rPr lang="pt-BR" dirty="0" err="1"/>
              <a:t>max_depth</a:t>
            </a:r>
            <a:r>
              <a:rPr lang="pt-BR" dirty="0"/>
              <a:t>=7)` → `SE(</a:t>
            </a:r>
            <a:r>
              <a:rPr lang="pt-BR" dirty="0" err="1"/>
              <a:t>XGBRegressor</a:t>
            </a:r>
            <a:r>
              <a:rPr lang="pt-BR" dirty="0"/>
              <a:t>)` → 2× `</a:t>
            </a:r>
            <a:r>
              <a:rPr lang="pt-BR" dirty="0" err="1"/>
              <a:t>MaxAbsScaler</a:t>
            </a:r>
            <a:r>
              <a:rPr lang="pt-BR" dirty="0"/>
              <a:t>` → `</a:t>
            </a:r>
            <a:r>
              <a:rPr lang="pt-BR" dirty="0" err="1"/>
              <a:t>Normalizer</a:t>
            </a:r>
            <a:r>
              <a:rPr lang="pt-BR" dirty="0"/>
              <a:t>`.</a:t>
            </a:r>
          </a:p>
          <a:p>
            <a:r>
              <a:rPr lang="pt-BR" dirty="0"/>
              <a:t>Depois: </a:t>
            </a:r>
            <a:r>
              <a:rPr lang="pt-BR" dirty="0" err="1"/>
              <a:t>MinMaxScaler</a:t>
            </a:r>
            <a:r>
              <a:rPr lang="pt-BR" dirty="0"/>
              <a:t> → SE(</a:t>
            </a:r>
            <a:r>
              <a:rPr lang="pt-BR" dirty="0" err="1"/>
              <a:t>AdaBoostRegressor</a:t>
            </a:r>
            <a:r>
              <a:rPr lang="pt-BR" dirty="0"/>
              <a:t>) → </a:t>
            </a:r>
            <a:r>
              <a:rPr lang="pt-BR" b="1" dirty="0" err="1"/>
              <a:t>RandomForestRegressor</a:t>
            </a:r>
            <a:r>
              <a:rPr lang="pt-BR" b="1" dirty="0"/>
              <a:t> final</a:t>
            </a:r>
            <a:r>
              <a:rPr lang="pt-BR" dirty="0"/>
              <a:t> (`</a:t>
            </a:r>
            <a:r>
              <a:rPr lang="pt-BR" dirty="0" err="1"/>
              <a:t>bootstrap</a:t>
            </a:r>
            <a:r>
              <a:rPr lang="pt-BR" dirty="0"/>
              <a:t>=False`, `</a:t>
            </a:r>
            <a:r>
              <a:rPr lang="pt-BR" dirty="0" err="1"/>
              <a:t>min_samples_leaf</a:t>
            </a:r>
            <a:r>
              <a:rPr lang="pt-BR" dirty="0"/>
              <a:t>=2`). São 5 modelos servindo de geradores de feature para uma floresta final — um </a:t>
            </a:r>
            <a:r>
              <a:rPr lang="pt-BR" dirty="0" err="1"/>
              <a:t>stacking</a:t>
            </a:r>
            <a:r>
              <a:rPr lang="pt-BR" dirty="0"/>
              <a:t> profundo. Curiosamente tem o </a:t>
            </a:r>
            <a:r>
              <a:rPr lang="pt-BR" b="1" dirty="0"/>
              <a:t>menor desvio do grupo (11,12%)</a:t>
            </a:r>
            <a:r>
              <a:rPr lang="pt-BR" dirty="0"/>
              <a:t> e o menor máximo, mas a complexidade não se converte em mediana melhor.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1C6B203-2ABC-AF35-F0FA-1380D82F82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14258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E85C9-99B9-45C0-23F1-D2B52F797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9BDFF9-2CBC-C1AF-28F3-A307FA583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Explicação dos Modelos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752E97-77DC-0768-8A8B-793DCB42B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0166" y="1408113"/>
            <a:ext cx="11551668" cy="4768850"/>
          </a:xfrm>
        </p:spPr>
        <p:txBody>
          <a:bodyPr>
            <a:normAutofit/>
          </a:bodyPr>
          <a:lstStyle/>
          <a:p>
            <a:r>
              <a:rPr lang="pt-BR" b="1" dirty="0"/>
              <a:t>FEAT+SE(ELAS)+SELE+ABR (MAPE 10,55% | mediana 8,34%)</a:t>
            </a:r>
            <a:endParaRPr lang="pt-BR" dirty="0"/>
          </a:p>
          <a:p>
            <a:r>
              <a:rPr lang="pt-BR" dirty="0"/>
              <a:t>1. FEAT: une (a) SE(Pipeline: </a:t>
            </a:r>
            <a:r>
              <a:rPr lang="pt-BR" dirty="0" err="1"/>
              <a:t>SelectFromModel</a:t>
            </a:r>
            <a:r>
              <a:rPr lang="pt-BR" dirty="0"/>
              <a:t>(</a:t>
            </a:r>
            <a:r>
              <a:rPr lang="pt-BR" dirty="0" err="1"/>
              <a:t>ExtraTrees</a:t>
            </a:r>
            <a:r>
              <a:rPr lang="pt-BR" dirty="0"/>
              <a:t>) → </a:t>
            </a:r>
            <a:r>
              <a:rPr lang="pt-BR" dirty="0" err="1"/>
              <a:t>MinMaxScaler</a:t>
            </a:r>
            <a:r>
              <a:rPr lang="pt-BR" dirty="0"/>
              <a:t> → </a:t>
            </a:r>
            <a:r>
              <a:rPr lang="pt-BR" dirty="0" err="1"/>
              <a:t>RandomForest</a:t>
            </a:r>
            <a:r>
              <a:rPr lang="pt-BR" dirty="0"/>
              <a:t>) — um </a:t>
            </a:r>
            <a:r>
              <a:rPr lang="pt-BR" dirty="0" err="1"/>
              <a:t>mini-pipeline</a:t>
            </a:r>
            <a:r>
              <a:rPr lang="pt-BR" dirty="0"/>
              <a:t> inteiro cuja predição vira feature — e (b) um </a:t>
            </a:r>
            <a:r>
              <a:rPr lang="pt-BR" dirty="0" err="1"/>
              <a:t>passthrough</a:t>
            </a:r>
            <a:r>
              <a:rPr lang="pt-BR" dirty="0"/>
              <a:t> (`</a:t>
            </a:r>
            <a:r>
              <a:rPr lang="pt-BR" dirty="0" err="1"/>
              <a:t>FunctionTransformer</a:t>
            </a:r>
            <a:r>
              <a:rPr lang="pt-BR" dirty="0"/>
              <a:t>(copy)`, que só repassa as features originais);</a:t>
            </a:r>
          </a:p>
          <a:p>
            <a:r>
              <a:rPr lang="pt-BR" dirty="0"/>
              <a:t>2. SE(</a:t>
            </a:r>
            <a:r>
              <a:rPr lang="pt-BR" dirty="0" err="1"/>
              <a:t>ElasticNetCV</a:t>
            </a:r>
            <a:r>
              <a:rPr lang="pt-BR" dirty="0"/>
              <a:t>) — adiciona a visão de um modelo </a:t>
            </a:r>
            <a:r>
              <a:rPr lang="pt-BR" b="1" dirty="0"/>
              <a:t>linear</a:t>
            </a:r>
            <a:r>
              <a:rPr lang="pt-BR" dirty="0"/>
              <a:t> regularizado;</a:t>
            </a:r>
          </a:p>
          <a:p>
            <a:r>
              <a:rPr lang="pt-BR" dirty="0"/>
              <a:t>3. </a:t>
            </a:r>
            <a:r>
              <a:rPr lang="pt-BR" dirty="0" err="1"/>
              <a:t>SelectFromModel</a:t>
            </a:r>
            <a:r>
              <a:rPr lang="pt-BR" dirty="0"/>
              <a:t>(</a:t>
            </a:r>
            <a:r>
              <a:rPr lang="pt-BR" dirty="0" err="1"/>
              <a:t>ExtraTrees</a:t>
            </a:r>
            <a:r>
              <a:rPr lang="pt-BR" dirty="0"/>
              <a:t>, </a:t>
            </a:r>
            <a:r>
              <a:rPr lang="pt-BR" dirty="0" err="1"/>
              <a:t>threshold</a:t>
            </a:r>
            <a:r>
              <a:rPr lang="pt-BR" dirty="0"/>
              <a:t>=0.2) — corta as features menos importantes;</a:t>
            </a:r>
          </a:p>
          <a:p>
            <a:r>
              <a:rPr lang="pt-BR" dirty="0"/>
              <a:t>4. </a:t>
            </a:r>
            <a:r>
              <a:rPr lang="pt-BR" dirty="0" err="1"/>
              <a:t>AdaBoostRegressor</a:t>
            </a:r>
            <a:r>
              <a:rPr lang="pt-BR" dirty="0"/>
              <a:t>(</a:t>
            </a:r>
            <a:r>
              <a:rPr lang="pt-BR" dirty="0" err="1"/>
              <a:t>n_estimators</a:t>
            </a:r>
            <a:r>
              <a:rPr lang="pt-BR" dirty="0"/>
              <a:t>=100, </a:t>
            </a:r>
            <a:r>
              <a:rPr lang="pt-BR" dirty="0" err="1"/>
              <a:t>loss</a:t>
            </a:r>
            <a:r>
              <a:rPr lang="pt-BR" dirty="0"/>
              <a:t>='</a:t>
            </a:r>
            <a:r>
              <a:rPr lang="pt-BR" dirty="0" err="1"/>
              <a:t>exponential</a:t>
            </a:r>
            <a:r>
              <a:rPr lang="pt-BR" dirty="0"/>
              <a:t>').</a:t>
            </a:r>
            <a:br>
              <a:rPr lang="pt-BR" dirty="0"/>
            </a:br>
            <a:endParaRPr lang="pt-BR" dirty="0"/>
          </a:p>
          <a:p>
            <a:r>
              <a:rPr lang="pt-BR" dirty="0"/>
              <a:t>Combina árvore + linear como features e seleciona antes do </a:t>
            </a:r>
            <a:r>
              <a:rPr lang="pt-BR" dirty="0" err="1"/>
              <a:t>booster</a:t>
            </a:r>
            <a:r>
              <a:rPr lang="pt-BR" dirty="0"/>
              <a:t> final. A perda exponencial do </a:t>
            </a:r>
            <a:r>
              <a:rPr lang="pt-BR" dirty="0" err="1"/>
              <a:t>AdaBoost</a:t>
            </a:r>
            <a:r>
              <a:rPr lang="pt-BR" dirty="0"/>
              <a:t> é mais sensível a outliers — possível razão da mediana fraca.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EAE38D0-B891-C5FB-AAF0-51A02DF71B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4228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F4F23-76B1-88AB-CEB5-43666E93B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4CF208-9F56-9E1F-1534-1B4413F2E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Explicação dos Modelos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15D5B0F-9CB6-2540-4530-D4D9FA9D8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0166" y="1408113"/>
            <a:ext cx="11551668" cy="4768850"/>
          </a:xfrm>
        </p:spPr>
        <p:txBody>
          <a:bodyPr>
            <a:normAutofit/>
          </a:bodyPr>
          <a:lstStyle/>
          <a:p>
            <a:r>
              <a:rPr lang="pt-BR" b="1" dirty="0"/>
              <a:t>SELE+MAS+SE(ABR)+NRM+SE(ELAS)+SS+VT+ABR` (MAPE 11,21% | mediana 8,35%)</a:t>
            </a:r>
            <a:endParaRPr lang="pt-BR" dirty="0"/>
          </a:p>
          <a:p>
            <a:r>
              <a:rPr lang="pt-BR" dirty="0"/>
              <a:t>Cadeia linear de 8 passos: `</a:t>
            </a:r>
            <a:r>
              <a:rPr lang="pt-BR" dirty="0" err="1"/>
              <a:t>SelectFromModel</a:t>
            </a:r>
            <a:r>
              <a:rPr lang="pt-BR" dirty="0"/>
              <a:t>(</a:t>
            </a:r>
            <a:r>
              <a:rPr lang="pt-BR" dirty="0" err="1"/>
              <a:t>ExtraTrees</a:t>
            </a:r>
            <a:r>
              <a:rPr lang="pt-BR" dirty="0"/>
              <a:t>, </a:t>
            </a:r>
            <a:r>
              <a:rPr lang="pt-BR" dirty="0" err="1"/>
              <a:t>threshold</a:t>
            </a:r>
            <a:r>
              <a:rPr lang="pt-BR" dirty="0"/>
              <a:t>=0.05)` → `</a:t>
            </a:r>
            <a:r>
              <a:rPr lang="pt-BR" dirty="0" err="1"/>
              <a:t>MaxAbsScaler</a:t>
            </a:r>
            <a:r>
              <a:rPr lang="pt-BR" dirty="0"/>
              <a:t>` → `SE(</a:t>
            </a:r>
            <a:r>
              <a:rPr lang="pt-BR" dirty="0" err="1"/>
              <a:t>AdaBoost</a:t>
            </a:r>
            <a:r>
              <a:rPr lang="pt-BR" dirty="0"/>
              <a:t> </a:t>
            </a:r>
            <a:r>
              <a:rPr lang="pt-BR" dirty="0" err="1"/>
              <a:t>lr</a:t>
            </a:r>
            <a:r>
              <a:rPr lang="pt-BR" dirty="0"/>
              <a:t>=0.1)` → `</a:t>
            </a:r>
            <a:r>
              <a:rPr lang="pt-BR" dirty="0" err="1"/>
              <a:t>Normalizer</a:t>
            </a:r>
            <a:r>
              <a:rPr lang="pt-BR" dirty="0"/>
              <a:t>(</a:t>
            </a:r>
            <a:r>
              <a:rPr lang="pt-BR" dirty="0" err="1"/>
              <a:t>norm</a:t>
            </a:r>
            <a:r>
              <a:rPr lang="pt-BR" dirty="0"/>
              <a:t>='</a:t>
            </a:r>
            <a:r>
              <a:rPr lang="pt-BR" dirty="0" err="1"/>
              <a:t>max</a:t>
            </a:r>
            <a:r>
              <a:rPr lang="pt-BR" dirty="0"/>
              <a:t>')` → `SE(</a:t>
            </a:r>
            <a:r>
              <a:rPr lang="pt-BR" dirty="0" err="1"/>
              <a:t>ElasticNetCV</a:t>
            </a:r>
            <a:r>
              <a:rPr lang="pt-BR" dirty="0"/>
              <a:t> l1_ratio=0.2)` → `</a:t>
            </a:r>
            <a:r>
              <a:rPr lang="pt-BR" dirty="0" err="1"/>
              <a:t>StandardScaler</a:t>
            </a:r>
            <a:r>
              <a:rPr lang="pt-BR" dirty="0"/>
              <a:t>` → `</a:t>
            </a:r>
            <a:r>
              <a:rPr lang="pt-BR" dirty="0" err="1"/>
              <a:t>VarianceThreshold</a:t>
            </a:r>
            <a:r>
              <a:rPr lang="pt-BR" dirty="0"/>
              <a:t>(0.05)` → `</a:t>
            </a:r>
            <a:r>
              <a:rPr lang="pt-BR" dirty="0" err="1"/>
              <a:t>AdaBoostRegressor</a:t>
            </a:r>
            <a:r>
              <a:rPr lang="pt-BR" dirty="0"/>
              <a:t>(</a:t>
            </a:r>
            <a:r>
              <a:rPr lang="pt-BR" dirty="0" err="1"/>
              <a:t>lr</a:t>
            </a:r>
            <a:r>
              <a:rPr lang="pt-BR" dirty="0"/>
              <a:t>=0.1, </a:t>
            </a:r>
            <a:r>
              <a:rPr lang="pt-BR" dirty="0" err="1"/>
              <a:t>loss</a:t>
            </a:r>
            <a:r>
              <a:rPr lang="pt-BR" dirty="0"/>
              <a:t>='</a:t>
            </a:r>
            <a:r>
              <a:rPr lang="pt-BR" dirty="0" err="1"/>
              <a:t>exponential</a:t>
            </a:r>
            <a:r>
              <a:rPr lang="pt-BR" dirty="0"/>
              <a:t>')`. É o padrão típico de busca TPOT longa: empilhar reescalonamentos sucessivos (3 escalas diferentes!) e predições intermediárias. Tem o </a:t>
            </a:r>
            <a:r>
              <a:rPr lang="pt-BR" b="1" dirty="0"/>
              <a:t>pior desvio do ranking de TPOT (13,32%)</a:t>
            </a:r>
            <a:r>
              <a:rPr lang="pt-BR" dirty="0"/>
              <a:t> — a cadeia longa não estabilizou nada.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5E3B3F1-57FC-79AA-2A75-FDDA8CDBD5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41774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20A79-CDD3-EB01-F2B9-D4DEE9D7C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435F349-DB14-4F41-2985-5E8F6B0628B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>
                <a:latin typeface="+mj-lt"/>
              </a:rPr>
              <a:t>Modelos Novos</a:t>
            </a:r>
          </a:p>
        </p:txBody>
      </p:sp>
    </p:spTree>
    <p:extLst>
      <p:ext uri="{BB962C8B-B14F-4D97-AF65-F5344CB8AC3E}">
        <p14:creationId xmlns:p14="http://schemas.microsoft.com/office/powerpoint/2010/main" val="30625458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B5FA7-F93C-6A3B-0B89-E294D7A5F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1D8AAF0-70EC-3014-7382-BF324A0FB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br>
              <a:rPr lang="pt-BR" dirty="0"/>
            </a:br>
            <a:endParaRPr lang="pt-BR" dirty="0"/>
          </a:p>
          <a:p>
            <a:endParaRPr lang="pt-BR" dirty="0"/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733E7901-18FB-F16B-75EF-83B89EE6B4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774824"/>
              </p:ext>
            </p:extLst>
          </p:nvPr>
        </p:nvGraphicFramePr>
        <p:xfrm>
          <a:off x="838200" y="2158691"/>
          <a:ext cx="10515608" cy="27334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616">
                  <a:extLst>
                    <a:ext uri="{9D8B030D-6E8A-4147-A177-3AD203B41FA5}">
                      <a16:colId xmlns:a16="http://schemas.microsoft.com/office/drawing/2014/main" val="2312458872"/>
                    </a:ext>
                  </a:extLst>
                </a:gridCol>
                <a:gridCol w="714586">
                  <a:extLst>
                    <a:ext uri="{9D8B030D-6E8A-4147-A177-3AD203B41FA5}">
                      <a16:colId xmlns:a16="http://schemas.microsoft.com/office/drawing/2014/main" val="22468515"/>
                    </a:ext>
                  </a:extLst>
                </a:gridCol>
                <a:gridCol w="905605">
                  <a:extLst>
                    <a:ext uri="{9D8B030D-6E8A-4147-A177-3AD203B41FA5}">
                      <a16:colId xmlns:a16="http://schemas.microsoft.com/office/drawing/2014/main" val="1705902329"/>
                    </a:ext>
                  </a:extLst>
                </a:gridCol>
                <a:gridCol w="757999">
                  <a:extLst>
                    <a:ext uri="{9D8B030D-6E8A-4147-A177-3AD203B41FA5}">
                      <a16:colId xmlns:a16="http://schemas.microsoft.com/office/drawing/2014/main" val="1465905220"/>
                    </a:ext>
                  </a:extLst>
                </a:gridCol>
                <a:gridCol w="534419">
                  <a:extLst>
                    <a:ext uri="{9D8B030D-6E8A-4147-A177-3AD203B41FA5}">
                      <a16:colId xmlns:a16="http://schemas.microsoft.com/office/drawing/2014/main" val="2679661007"/>
                    </a:ext>
                  </a:extLst>
                </a:gridCol>
                <a:gridCol w="640783">
                  <a:extLst>
                    <a:ext uri="{9D8B030D-6E8A-4147-A177-3AD203B41FA5}">
                      <a16:colId xmlns:a16="http://schemas.microsoft.com/office/drawing/2014/main" val="1365797347"/>
                    </a:ext>
                  </a:extLst>
                </a:gridCol>
                <a:gridCol w="534419">
                  <a:extLst>
                    <a:ext uri="{9D8B030D-6E8A-4147-A177-3AD203B41FA5}">
                      <a16:colId xmlns:a16="http://schemas.microsoft.com/office/drawing/2014/main" val="1062824260"/>
                    </a:ext>
                  </a:extLst>
                </a:gridCol>
                <a:gridCol w="747145">
                  <a:extLst>
                    <a:ext uri="{9D8B030D-6E8A-4147-A177-3AD203B41FA5}">
                      <a16:colId xmlns:a16="http://schemas.microsoft.com/office/drawing/2014/main" val="3502092444"/>
                    </a:ext>
                  </a:extLst>
                </a:gridCol>
                <a:gridCol w="853509">
                  <a:extLst>
                    <a:ext uri="{9D8B030D-6E8A-4147-A177-3AD203B41FA5}">
                      <a16:colId xmlns:a16="http://schemas.microsoft.com/office/drawing/2014/main" val="287278484"/>
                    </a:ext>
                  </a:extLst>
                </a:gridCol>
                <a:gridCol w="853509">
                  <a:extLst>
                    <a:ext uri="{9D8B030D-6E8A-4147-A177-3AD203B41FA5}">
                      <a16:colId xmlns:a16="http://schemas.microsoft.com/office/drawing/2014/main" val="2846607582"/>
                    </a:ext>
                  </a:extLst>
                </a:gridCol>
                <a:gridCol w="853509">
                  <a:extLst>
                    <a:ext uri="{9D8B030D-6E8A-4147-A177-3AD203B41FA5}">
                      <a16:colId xmlns:a16="http://schemas.microsoft.com/office/drawing/2014/main" val="4020782871"/>
                    </a:ext>
                  </a:extLst>
                </a:gridCol>
                <a:gridCol w="853509">
                  <a:extLst>
                    <a:ext uri="{9D8B030D-6E8A-4147-A177-3AD203B41FA5}">
                      <a16:colId xmlns:a16="http://schemas.microsoft.com/office/drawing/2014/main" val="2742928380"/>
                    </a:ext>
                  </a:extLst>
                </a:gridCol>
              </a:tblGrid>
              <a:tr h="75070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Pipeline</a:t>
                      </a:r>
                      <a:endParaRPr lang="pt-BR" sz="1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MAPE Médio (%)</a:t>
                      </a:r>
                      <a:endParaRPr lang="pt-BR" sz="1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Mediana (%)</a:t>
                      </a:r>
                      <a:endParaRPr lang="pt-BR" sz="1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Desvio (%)</a:t>
                      </a:r>
                      <a:endParaRPr lang="pt-BR" sz="1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Q1 (%)</a:t>
                      </a:r>
                      <a:endParaRPr lang="pt-BR" sz="1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Q3 (%)</a:t>
                      </a:r>
                      <a:endParaRPr lang="pt-BR" sz="1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Min (%)</a:t>
                      </a:r>
                      <a:endParaRPr lang="pt-BR" sz="1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Max (%)</a:t>
                      </a:r>
                      <a:endParaRPr lang="pt-BR" sz="1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&lt; 5%</a:t>
                      </a:r>
                      <a:endParaRPr lang="pt-BR" sz="1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&lt; 10%</a:t>
                      </a:r>
                      <a:endParaRPr lang="pt-BR" sz="1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&lt; 50%</a:t>
                      </a:r>
                      <a:endParaRPr lang="pt-BR" sz="1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&lt; 100%</a:t>
                      </a:r>
                      <a:endParaRPr lang="pt-BR" sz="1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/>
                </a:tc>
                <a:extLst>
                  <a:ext uri="{0D108BD9-81ED-4DB2-BD59-A6C34878D82A}">
                    <a16:rowId xmlns:a16="http://schemas.microsoft.com/office/drawing/2014/main" val="2480034525"/>
                  </a:ext>
                </a:extLst>
              </a:tr>
              <a:tr h="2922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ExtraTrees(EXT,j90)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8,49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6,45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10,79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3,05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9,86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0,06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135,76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101/266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201/266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264/266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265/266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extLst>
                  <a:ext uri="{0D108BD9-81ED-4DB2-BD59-A6C34878D82A}">
                    <a16:rowId xmlns:a16="http://schemas.microsoft.com/office/drawing/2014/main" val="338207971"/>
                  </a:ext>
                </a:extLst>
              </a:tr>
              <a:tr h="2922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Voting_log_ET(EXT,j90)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8,59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500" u="none" strike="noStrike" dirty="0">
                          <a:effectLst/>
                        </a:rPr>
                        <a:t>6,16</a:t>
                      </a:r>
                      <a:endParaRPr lang="pt-BR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12,16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2,94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10,84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0,11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165,92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111/266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184/266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264/266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265/266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extLst>
                  <a:ext uri="{0D108BD9-81ED-4DB2-BD59-A6C34878D82A}">
                    <a16:rowId xmlns:a16="http://schemas.microsoft.com/office/drawing/2014/main" val="6904016"/>
                  </a:ext>
                </a:extLst>
              </a:tr>
              <a:tr h="2922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BLEND_mean(EXT,j90)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8,65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6,22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11,91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3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11,03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0,03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160,16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111/266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183/266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264/266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265/266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extLst>
                  <a:ext uri="{0D108BD9-81ED-4DB2-BD59-A6C34878D82A}">
                    <a16:rowId xmlns:a16="http://schemas.microsoft.com/office/drawing/2014/main" val="2185444293"/>
                  </a:ext>
                </a:extLst>
              </a:tr>
              <a:tr h="2922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GBR_logy(EXT,j90)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9,06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6,77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13,08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2,88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11,71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0,03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172,02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104/266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186/266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261/266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265/266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extLst>
                  <a:ext uri="{0D108BD9-81ED-4DB2-BD59-A6C34878D82A}">
                    <a16:rowId xmlns:a16="http://schemas.microsoft.com/office/drawing/2014/main" val="1318120997"/>
                  </a:ext>
                </a:extLst>
              </a:tr>
              <a:tr h="2922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Voting(GBR+XGB+RFR)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9,14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7,05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10,46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2,8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11,59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0,02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115,44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96/266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184/266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264/266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265/266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extLst>
                  <a:ext uri="{0D108BD9-81ED-4DB2-BD59-A6C34878D82A}">
                    <a16:rowId xmlns:a16="http://schemas.microsoft.com/office/drawing/2014/main" val="388052313"/>
                  </a:ext>
                </a:extLst>
              </a:tr>
              <a:tr h="5214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Pipeline Antiga em Producao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9,15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6,89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11,58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3,3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12,36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0,02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156,42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96/266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173/266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u="none" strike="noStrike">
                          <a:effectLst/>
                        </a:rPr>
                        <a:t>264/266</a:t>
                      </a:r>
                      <a:endParaRPr lang="pt-B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u="none" strike="noStrike" dirty="0">
                          <a:effectLst/>
                        </a:rPr>
                        <a:t>265/266</a:t>
                      </a:r>
                      <a:endParaRPr lang="pt-BR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024" marR="13024" marT="13024" marB="0" anchor="b"/>
                </a:tc>
                <a:extLst>
                  <a:ext uri="{0D108BD9-81ED-4DB2-BD59-A6C34878D82A}">
                    <a16:rowId xmlns:a16="http://schemas.microsoft.com/office/drawing/2014/main" val="3830587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72142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24B9A-EDBC-E283-CE9B-D9D65A397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6C7615BA-EFDB-C302-4E27-7F74EE2EA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C17C6FAF-A1C1-1EC2-4CB4-5931AB5BE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D96E1F45-F139-0A5A-228E-5848E11DD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103" y="0"/>
            <a:ext cx="93783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7142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B3EFF-74F1-9EDC-7AAE-0CAF045AB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343D91A8-F502-E163-3B53-1BF44D4FF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E186D7BB-DDBA-5EBE-DB14-37E9BE786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789EF0A-6A87-A395-5D27-F893FCE49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4075"/>
            <a:ext cx="12192000" cy="40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7491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EFF50-49EE-5BA7-DEDA-59F1774CC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17A1B96F-6138-42C7-8773-C1920C86F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graphicFrame>
        <p:nvGraphicFramePr>
          <p:cNvPr id="2" name="Espaço Reservado para Conteúdo 1">
            <a:extLst>
              <a:ext uri="{FF2B5EF4-FFF2-40B4-BE49-F238E27FC236}">
                <a16:creationId xmlns:a16="http://schemas.microsoft.com/office/drawing/2014/main" id="{ABBC11D9-24FC-609B-1341-E6CA0CD6E6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4685888"/>
              </p:ext>
            </p:extLst>
          </p:nvPr>
        </p:nvGraphicFramePr>
        <p:xfrm>
          <a:off x="838199" y="365125"/>
          <a:ext cx="10515599" cy="55403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50064">
                  <a:extLst>
                    <a:ext uri="{9D8B030D-6E8A-4147-A177-3AD203B41FA5}">
                      <a16:colId xmlns:a16="http://schemas.microsoft.com/office/drawing/2014/main" val="993308308"/>
                    </a:ext>
                  </a:extLst>
                </a:gridCol>
                <a:gridCol w="979619">
                  <a:extLst>
                    <a:ext uri="{9D8B030D-6E8A-4147-A177-3AD203B41FA5}">
                      <a16:colId xmlns:a16="http://schemas.microsoft.com/office/drawing/2014/main" val="2914115344"/>
                    </a:ext>
                  </a:extLst>
                </a:gridCol>
                <a:gridCol w="979619">
                  <a:extLst>
                    <a:ext uri="{9D8B030D-6E8A-4147-A177-3AD203B41FA5}">
                      <a16:colId xmlns:a16="http://schemas.microsoft.com/office/drawing/2014/main" val="3629804767"/>
                    </a:ext>
                  </a:extLst>
                </a:gridCol>
                <a:gridCol w="1120920">
                  <a:extLst>
                    <a:ext uri="{9D8B030D-6E8A-4147-A177-3AD203B41FA5}">
                      <a16:colId xmlns:a16="http://schemas.microsoft.com/office/drawing/2014/main" val="3411853380"/>
                    </a:ext>
                  </a:extLst>
                </a:gridCol>
                <a:gridCol w="838318">
                  <a:extLst>
                    <a:ext uri="{9D8B030D-6E8A-4147-A177-3AD203B41FA5}">
                      <a16:colId xmlns:a16="http://schemas.microsoft.com/office/drawing/2014/main" val="3030663635"/>
                    </a:ext>
                  </a:extLst>
                </a:gridCol>
                <a:gridCol w="1346976">
                  <a:extLst>
                    <a:ext uri="{9D8B030D-6E8A-4147-A177-3AD203B41FA5}">
                      <a16:colId xmlns:a16="http://schemas.microsoft.com/office/drawing/2014/main" val="2892044434"/>
                    </a:ext>
                  </a:extLst>
                </a:gridCol>
                <a:gridCol w="3000083">
                  <a:extLst>
                    <a:ext uri="{9D8B030D-6E8A-4147-A177-3AD203B41FA5}">
                      <a16:colId xmlns:a16="http://schemas.microsoft.com/office/drawing/2014/main" val="718368681"/>
                    </a:ext>
                  </a:extLst>
                </a:gridCol>
              </a:tblGrid>
              <a:tr h="38556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Dia Prevista</a:t>
                      </a:r>
                      <a:endParaRPr lang="pt-BR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Valor Realizado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Previsto Antiga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Previsto ExtraTrees(EXT,j90)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MAPE Antiga (%)</a:t>
                      </a:r>
                      <a:endParaRPr lang="pt-BR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MAPE Novo (%)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Melhor no Dia</a:t>
                      </a:r>
                      <a:endParaRPr lang="pt-BR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/>
                </a:tc>
                <a:extLst>
                  <a:ext uri="{0D108BD9-81ED-4DB2-BD59-A6C34878D82A}">
                    <a16:rowId xmlns:a16="http://schemas.microsoft.com/office/drawing/2014/main" val="531963148"/>
                  </a:ext>
                </a:extLst>
              </a:tr>
              <a:tr h="23430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2026-03-02 00:00:00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5115154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5189141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4736633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1,45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7,4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Pipeline Antiga em Producao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extLst>
                  <a:ext uri="{0D108BD9-81ED-4DB2-BD59-A6C34878D82A}">
                    <a16:rowId xmlns:a16="http://schemas.microsoft.com/office/drawing/2014/main" val="3108449732"/>
                  </a:ext>
                </a:extLst>
              </a:tr>
              <a:tr h="23430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2026-03-03 00:00:00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4521644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5286205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4825332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16,91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6,72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ExtraTrees(EXT,j90)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extLst>
                  <a:ext uri="{0D108BD9-81ED-4DB2-BD59-A6C34878D82A}">
                    <a16:rowId xmlns:a16="http://schemas.microsoft.com/office/drawing/2014/main" val="3117002758"/>
                  </a:ext>
                </a:extLst>
              </a:tr>
              <a:tr h="23430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2026-03-04 00:00:00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4818741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5286713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4711032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9,71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2,24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ExtraTrees(EXT,j90)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extLst>
                  <a:ext uri="{0D108BD9-81ED-4DB2-BD59-A6C34878D82A}">
                    <a16:rowId xmlns:a16="http://schemas.microsoft.com/office/drawing/2014/main" val="1917066247"/>
                  </a:ext>
                </a:extLst>
              </a:tr>
              <a:tr h="23430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2026-03-05 00:00:00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4593402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5070862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4829912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10,39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5,15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ExtraTrees(EXT,j90)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extLst>
                  <a:ext uri="{0D108BD9-81ED-4DB2-BD59-A6C34878D82A}">
                    <a16:rowId xmlns:a16="http://schemas.microsoft.com/office/drawing/2014/main" val="1317083536"/>
                  </a:ext>
                </a:extLst>
              </a:tr>
              <a:tr h="23430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2026-03-06 00:00:00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4916778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5062785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4890491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2,97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0,53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ExtraTrees(EXT,j90)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extLst>
                  <a:ext uri="{0D108BD9-81ED-4DB2-BD59-A6C34878D82A}">
                    <a16:rowId xmlns:a16="http://schemas.microsoft.com/office/drawing/2014/main" val="681445848"/>
                  </a:ext>
                </a:extLst>
              </a:tr>
              <a:tr h="23430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2026-03-09 00:00:00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4278745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5063074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5488305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18,33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28,27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Pipeline Antiga em Producao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extLst>
                  <a:ext uri="{0D108BD9-81ED-4DB2-BD59-A6C34878D82A}">
                    <a16:rowId xmlns:a16="http://schemas.microsoft.com/office/drawing/2014/main" val="3612805725"/>
                  </a:ext>
                </a:extLst>
              </a:tr>
              <a:tr h="23430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2026-03-10 00:00:00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5123144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5771990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5394909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12,66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5,3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ExtraTrees(EXT,j90)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extLst>
                  <a:ext uri="{0D108BD9-81ED-4DB2-BD59-A6C34878D82A}">
                    <a16:rowId xmlns:a16="http://schemas.microsoft.com/office/drawing/2014/main" val="846918441"/>
                  </a:ext>
                </a:extLst>
              </a:tr>
              <a:tr h="23430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2026-03-11 00:00:00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5438273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5726453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5191619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5,3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4,54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ExtraTrees(EXT,j90)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extLst>
                  <a:ext uri="{0D108BD9-81ED-4DB2-BD59-A6C34878D82A}">
                    <a16:rowId xmlns:a16="http://schemas.microsoft.com/office/drawing/2014/main" val="146130818"/>
                  </a:ext>
                </a:extLst>
              </a:tr>
              <a:tr h="23430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2026-03-12 00:00:00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5377910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5715868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5541955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6,28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3,05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ExtraTrees(EXT,j90)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extLst>
                  <a:ext uri="{0D108BD9-81ED-4DB2-BD59-A6C34878D82A}">
                    <a16:rowId xmlns:a16="http://schemas.microsoft.com/office/drawing/2014/main" val="3227635076"/>
                  </a:ext>
                </a:extLst>
              </a:tr>
              <a:tr h="23430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2026-03-13 00:00:00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5421431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5265030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5622945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2,88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3,72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Pipeline Antiga em Producao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extLst>
                  <a:ext uri="{0D108BD9-81ED-4DB2-BD59-A6C34878D82A}">
                    <a16:rowId xmlns:a16="http://schemas.microsoft.com/office/drawing/2014/main" val="2960863064"/>
                  </a:ext>
                </a:extLst>
              </a:tr>
              <a:tr h="23430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2026-03-16 00:00:00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5278741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5453145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5330318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3,3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0,98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ExtraTrees(EXT,j90)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extLst>
                  <a:ext uri="{0D108BD9-81ED-4DB2-BD59-A6C34878D82A}">
                    <a16:rowId xmlns:a16="http://schemas.microsoft.com/office/drawing/2014/main" val="2126053202"/>
                  </a:ext>
                </a:extLst>
              </a:tr>
              <a:tr h="23430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2026-03-17 00:00:00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5490849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5157883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5433429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6,06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1,05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ExtraTrees(EXT,j90)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extLst>
                  <a:ext uri="{0D108BD9-81ED-4DB2-BD59-A6C34878D82A}">
                    <a16:rowId xmlns:a16="http://schemas.microsoft.com/office/drawing/2014/main" val="3639590233"/>
                  </a:ext>
                </a:extLst>
              </a:tr>
              <a:tr h="23430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2026-03-18 00:00:00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4996643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5474724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5321502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9,57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6,5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ExtraTrees(EXT,j90)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extLst>
                  <a:ext uri="{0D108BD9-81ED-4DB2-BD59-A6C34878D82A}">
                    <a16:rowId xmlns:a16="http://schemas.microsoft.com/office/drawing/2014/main" val="4070045410"/>
                  </a:ext>
                </a:extLst>
              </a:tr>
              <a:tr h="23430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2026-03-19 00:00:00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5874283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5194883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5224987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11,57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11,05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ExtraTrees(EXT,j90)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extLst>
                  <a:ext uri="{0D108BD9-81ED-4DB2-BD59-A6C34878D82A}">
                    <a16:rowId xmlns:a16="http://schemas.microsoft.com/office/drawing/2014/main" val="1574826366"/>
                  </a:ext>
                </a:extLst>
              </a:tr>
              <a:tr h="23430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2026-03-20 00:00:00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5283066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5594187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5541646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5,89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4,89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ExtraTrees(EXT,j90)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extLst>
                  <a:ext uri="{0D108BD9-81ED-4DB2-BD59-A6C34878D82A}">
                    <a16:rowId xmlns:a16="http://schemas.microsoft.com/office/drawing/2014/main" val="3288866455"/>
                  </a:ext>
                </a:extLst>
              </a:tr>
              <a:tr h="23430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2026-03-23 00:00:00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5294583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5101017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5433956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3,66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2,63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ExtraTrees(EXT,j90)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extLst>
                  <a:ext uri="{0D108BD9-81ED-4DB2-BD59-A6C34878D82A}">
                    <a16:rowId xmlns:a16="http://schemas.microsoft.com/office/drawing/2014/main" val="2746316695"/>
                  </a:ext>
                </a:extLst>
              </a:tr>
              <a:tr h="23430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2026-03-24 00:00:00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5866484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5310212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5667674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9,48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3,39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ExtraTrees(EXT,j90)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extLst>
                  <a:ext uri="{0D108BD9-81ED-4DB2-BD59-A6C34878D82A}">
                    <a16:rowId xmlns:a16="http://schemas.microsoft.com/office/drawing/2014/main" val="2028391794"/>
                  </a:ext>
                </a:extLst>
              </a:tr>
              <a:tr h="23430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2026-03-25 00:00:00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5819410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5160393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5065358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11,32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12,96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Pipeline Antiga em Producao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extLst>
                  <a:ext uri="{0D108BD9-81ED-4DB2-BD59-A6C34878D82A}">
                    <a16:rowId xmlns:a16="http://schemas.microsoft.com/office/drawing/2014/main" val="2164657860"/>
                  </a:ext>
                </a:extLst>
              </a:tr>
              <a:tr h="23430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2026-03-26 00:00:00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5597647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5069445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5393176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9,44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3,65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ExtraTrees(EXT,j90)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extLst>
                  <a:ext uri="{0D108BD9-81ED-4DB2-BD59-A6C34878D82A}">
                    <a16:rowId xmlns:a16="http://schemas.microsoft.com/office/drawing/2014/main" val="1337091033"/>
                  </a:ext>
                </a:extLst>
              </a:tr>
              <a:tr h="23430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2026-03-27 00:00:00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6014741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5803528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5557610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3,51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7,6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Pipeline Antiga em </a:t>
                      </a:r>
                      <a:r>
                        <a:rPr lang="pt-BR" sz="1000" u="none" strike="noStrike" dirty="0" err="1">
                          <a:effectLst/>
                        </a:rPr>
                        <a:t>Producao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extLst>
                  <a:ext uri="{0D108BD9-81ED-4DB2-BD59-A6C34878D82A}">
                    <a16:rowId xmlns:a16="http://schemas.microsoft.com/office/drawing/2014/main" val="3856067354"/>
                  </a:ext>
                </a:extLst>
              </a:tr>
              <a:tr h="23430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2026-03-30 00:00:00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5927636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5310212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5623053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10,42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5,14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ExtraTrees(EXT,j90)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extLst>
                  <a:ext uri="{0D108BD9-81ED-4DB2-BD59-A6C34878D82A}">
                    <a16:rowId xmlns:a16="http://schemas.microsoft.com/office/drawing/2014/main" val="846540067"/>
                  </a:ext>
                </a:extLst>
              </a:tr>
              <a:tr h="23430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2026-03-31 00:00:00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5341544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5460393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5421292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2,22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1,49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 err="1">
                          <a:effectLst/>
                        </a:rPr>
                        <a:t>ExtraTrees</a:t>
                      </a:r>
                      <a:r>
                        <a:rPr lang="pt-BR" sz="1000" u="none" strike="noStrike" dirty="0">
                          <a:effectLst/>
                        </a:rPr>
                        <a:t>(EXT,j90)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12" marR="8812" marT="8812" marB="0" anchor="b"/>
                </a:tc>
                <a:extLst>
                  <a:ext uri="{0D108BD9-81ED-4DB2-BD59-A6C34878D82A}">
                    <a16:rowId xmlns:a16="http://schemas.microsoft.com/office/drawing/2014/main" val="5925096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25422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B40DB-655D-2554-C4D0-1CE2F3FA6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Espaço Reservado para Conteúdo 5">
            <a:extLst>
              <a:ext uri="{FF2B5EF4-FFF2-40B4-BE49-F238E27FC236}">
                <a16:creationId xmlns:a16="http://schemas.microsoft.com/office/drawing/2014/main" id="{89C139D2-9E4F-EF2B-4498-91EFEB1CF9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8679411"/>
              </p:ext>
            </p:extLst>
          </p:nvPr>
        </p:nvGraphicFramePr>
        <p:xfrm>
          <a:off x="320675" y="1408113"/>
          <a:ext cx="1155064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0216">
                  <a:extLst>
                    <a:ext uri="{9D8B030D-6E8A-4147-A177-3AD203B41FA5}">
                      <a16:colId xmlns:a16="http://schemas.microsoft.com/office/drawing/2014/main" val="4104422358"/>
                    </a:ext>
                  </a:extLst>
                </a:gridCol>
                <a:gridCol w="3850216">
                  <a:extLst>
                    <a:ext uri="{9D8B030D-6E8A-4147-A177-3AD203B41FA5}">
                      <a16:colId xmlns:a16="http://schemas.microsoft.com/office/drawing/2014/main" val="401912300"/>
                    </a:ext>
                  </a:extLst>
                </a:gridCol>
                <a:gridCol w="3850216">
                  <a:extLst>
                    <a:ext uri="{9D8B030D-6E8A-4147-A177-3AD203B41FA5}">
                      <a16:colId xmlns:a16="http://schemas.microsoft.com/office/drawing/2014/main" val="990507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Modelo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Média do MAPE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Mediana do MAPE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943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Pipeline Antiga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8,21%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8,38%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272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/>
                        <a:t>Novo Modelo</a:t>
                      </a:r>
                      <a:r>
                        <a:rPr lang="pt-BR" dirty="0"/>
                        <a:t> </a:t>
                      </a:r>
                      <a:r>
                        <a:rPr lang="pt-BR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ExtraTrees</a:t>
                      </a:r>
                      <a:r>
                        <a:rPr lang="pt-B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(EXT, j90)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5,90%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4,11%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954442"/>
                  </a:ext>
                </a:extLst>
              </a:tr>
            </a:tbl>
          </a:graphicData>
        </a:graphic>
      </p:graphicFrame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2157249-94FB-ECCB-2961-62068F28A6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2B5C9E5-64EA-9ECE-C2F3-2C8E8748F0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19088" y="2742362"/>
            <a:ext cx="184731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28A1D2A-D557-8EC3-618A-C6CDBA460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088" y="2369933"/>
            <a:ext cx="7817589" cy="87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ExtraTrees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(EXT, j90):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Foi o melhor modelo em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17 dos 22 dias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lang="pt-BR" altLang="pt-BR" dirty="0">
                <a:latin typeface="Google Sans Text"/>
                <a:sym typeface="Wingdings" panose="05000000000000000000" pitchFamily="2" charset="2"/>
              </a:rPr>
              <a:t>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77,27%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Pipeline Antiga em Produção: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Foi o melhor modelo em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5 dos 22 dias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  <a:sym typeface="Wingdings" panose="05000000000000000000" pitchFamily="2" charset="2"/>
              </a:rPr>
              <a:t>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22,73%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3450221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0A84C-0014-2D37-CE6E-1F80B72B7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535EC7-EE00-9628-02DA-22F569C96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Explicação dos Modelos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B9BB43D-B424-288A-6027-CB4C52DE53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0166" y="887125"/>
            <a:ext cx="11551668" cy="5252418"/>
          </a:xfrm>
        </p:spPr>
        <p:txBody>
          <a:bodyPr>
            <a:normAutofit/>
          </a:bodyPr>
          <a:lstStyle/>
          <a:p>
            <a:r>
              <a:rPr lang="pt-BR" dirty="0"/>
              <a:t>Diferente do modelo de quantidade (onde os vencedores eram pipelines TPOT resgatados da produção), aqui </a:t>
            </a:r>
            <a:r>
              <a:rPr lang="pt-BR" b="1" dirty="0"/>
              <a:t>os 4 primeiros são "candidatos novos"</a:t>
            </a:r>
            <a:r>
              <a:rPr lang="pt-BR" dirty="0"/>
              <a:t> desenhados no estudo de mediana — o sufixo `(EXT,j90)` indica as duas mudanças que eles compartilham. O 5º é um ensemble </a:t>
            </a:r>
            <a:r>
              <a:rPr lang="pt-BR" dirty="0" err="1"/>
              <a:t>sklearn</a:t>
            </a:r>
            <a:r>
              <a:rPr lang="pt-BR" dirty="0"/>
              <a:t> padrão. Na avaliação, todos são </a:t>
            </a:r>
            <a:r>
              <a:rPr lang="pt-BR" b="1" dirty="0"/>
              <a:t>retreinados do zero em cada </a:t>
            </a:r>
            <a:r>
              <a:rPr lang="pt-BR" b="1" dirty="0" err="1"/>
              <a:t>fold</a:t>
            </a:r>
            <a:r>
              <a:rPr lang="pt-BR" dirty="0"/>
              <a:t>, nos mesmos </a:t>
            </a:r>
            <a:r>
              <a:rPr lang="pt-BR" dirty="0" err="1"/>
              <a:t>folds</a:t>
            </a:r>
            <a:r>
              <a:rPr lang="pt-BR" dirty="0"/>
              <a:t> alinhados ao backup.</a:t>
            </a:r>
          </a:p>
          <a:p>
            <a:r>
              <a:rPr lang="pt-BR" b="1" dirty="0"/>
              <a:t>EXT - features estendidas</a:t>
            </a:r>
            <a:r>
              <a:rPr lang="pt-BR" dirty="0"/>
              <a:t> Os modelos padrão usam 9 features (`FEATS_BASE`): `</a:t>
            </a:r>
            <a:r>
              <a:rPr lang="pt-BR" dirty="0" err="1"/>
              <a:t>dia_semana</a:t>
            </a:r>
            <a:r>
              <a:rPr lang="pt-BR" dirty="0"/>
              <a:t>`, `lag_0` (quantidade de ontem), `lag_1` a `lag_6` (valor dos 6 dias anteriores) e `lag_7` (fila de ontem, etapa 15). Os candidatos novos acrescentam 8 (`FEATS_EXT`, 17 no total):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br>
              <a:rPr lang="pt-BR" dirty="0"/>
            </a:br>
            <a:endParaRPr lang="pt-BR" dirty="0"/>
          </a:p>
          <a:p>
            <a:r>
              <a:rPr lang="pt-BR" b="1" dirty="0"/>
              <a:t>j90 — janela de treino com as últimas 90 observações</a:t>
            </a:r>
            <a:r>
              <a:rPr lang="pt-BR" dirty="0"/>
              <a:t> anteriores ao dia previsto, o dobro da padrão (45). Cada observação é um dia com dado válido no treino — segunda a </a:t>
            </a:r>
            <a:r>
              <a:rPr lang="pt-BR" b="1" dirty="0"/>
              <a:t>sábado </a:t>
            </a:r>
            <a:r>
              <a:rPr lang="pt-BR" dirty="0"/>
              <a:t>(INCLUIR_SABADO_TREINO=</a:t>
            </a:r>
            <a:r>
              <a:rPr lang="pt-BR" dirty="0" err="1"/>
              <a:t>True</a:t>
            </a:r>
            <a:r>
              <a:rPr lang="pt-BR" dirty="0"/>
              <a:t>), excluindo domingos, feriados e dias com erro operacional — então 90 observações cobrem cerca de 3,5 meses de calendário. A janela maior estabiliza o erro nos dias típicos, o que aparece direto na mediana.</a:t>
            </a:r>
          </a:p>
          <a:p>
            <a:endParaRPr lang="pt-BR" dirty="0"/>
          </a:p>
        </p:txBody>
      </p:sp>
      <p:graphicFrame>
        <p:nvGraphicFramePr>
          <p:cNvPr id="3" name="Espaço Reservado para Conteúdo 6">
            <a:extLst>
              <a:ext uri="{FF2B5EF4-FFF2-40B4-BE49-F238E27FC236}">
                <a16:creationId xmlns:a16="http://schemas.microsoft.com/office/drawing/2014/main" id="{95D6F0B8-A0A3-BAF2-3050-AE2097C417C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677357"/>
              </p:ext>
            </p:extLst>
          </p:nvPr>
        </p:nvGraphicFramePr>
        <p:xfrm>
          <a:off x="429208" y="2785993"/>
          <a:ext cx="11442626" cy="22194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3652">
                  <a:extLst>
                    <a:ext uri="{9D8B030D-6E8A-4147-A177-3AD203B41FA5}">
                      <a16:colId xmlns:a16="http://schemas.microsoft.com/office/drawing/2014/main" val="2031679834"/>
                    </a:ext>
                  </a:extLst>
                </a:gridCol>
                <a:gridCol w="7258974">
                  <a:extLst>
                    <a:ext uri="{9D8B030D-6E8A-4147-A177-3AD203B41FA5}">
                      <a16:colId xmlns:a16="http://schemas.microsoft.com/office/drawing/2014/main" val="545907345"/>
                    </a:ext>
                  </a:extLst>
                </a:gridCol>
              </a:tblGrid>
              <a:tr h="345233">
                <a:tc>
                  <a:txBody>
                    <a:bodyPr/>
                    <a:lstStyle/>
                    <a:p>
                      <a:r>
                        <a:rPr lang="pt-BR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 que captura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666103"/>
                  </a:ext>
                </a:extLst>
              </a:tr>
              <a:tr h="482053">
                <a:tc>
                  <a:txBody>
                    <a:bodyPr/>
                    <a:lstStyle/>
                    <a:p>
                      <a:r>
                        <a:rPr lang="pt-BR" dirty="0"/>
                        <a:t>`</a:t>
                      </a:r>
                      <a:r>
                        <a:rPr lang="pt-BR" dirty="0" err="1"/>
                        <a:t>dia_mes</a:t>
                      </a:r>
                      <a:r>
                        <a:rPr lang="pt-BR" dirty="0"/>
                        <a:t>`, `</a:t>
                      </a:r>
                      <a:r>
                        <a:rPr lang="pt-BR" dirty="0" err="1"/>
                        <a:t>semana_mes</a:t>
                      </a:r>
                      <a:r>
                        <a:rPr lang="pt-BR" dirty="0"/>
                        <a:t>`, `</a:t>
                      </a:r>
                      <a:r>
                        <a:rPr lang="pt-BR" dirty="0" err="1"/>
                        <a:t>fim_mes</a:t>
                      </a:r>
                      <a:r>
                        <a:rPr lang="pt-BR" dirty="0"/>
                        <a:t>`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Sazonalidade dentro do mês (`</a:t>
                      </a:r>
                      <a:r>
                        <a:rPr lang="pt-BR" dirty="0" err="1"/>
                        <a:t>fim_mes</a:t>
                      </a:r>
                      <a:r>
                        <a:rPr lang="pt-BR" dirty="0"/>
                        <a:t>` = flag para dia ≥ 25)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9720"/>
                  </a:ext>
                </a:extLst>
              </a:tr>
              <a:tr h="604157">
                <a:tc>
                  <a:txBody>
                    <a:bodyPr/>
                    <a:lstStyle/>
                    <a:p>
                      <a:r>
                        <a:rPr lang="pt-BR" dirty="0"/>
                        <a:t>`ma3_valor`, `ma5_valor`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Médias móveis de 3 e 5 dias do valor — o "nível atual" da série, mais estável que um </a:t>
                      </a:r>
                      <a:r>
                        <a:rPr lang="pt-BR" dirty="0" err="1"/>
                        <a:t>lag</a:t>
                      </a:r>
                      <a:r>
                        <a:rPr lang="pt-BR" dirty="0"/>
                        <a:t> isolado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3266261"/>
                  </a:ext>
                </a:extLst>
              </a:tr>
              <a:tr h="345233">
                <a:tc>
                  <a:txBody>
                    <a:bodyPr/>
                    <a:lstStyle/>
                    <a:p>
                      <a:r>
                        <a:rPr lang="pt-BR" dirty="0"/>
                        <a:t>`ticket_1`, `ma3_ticket`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Ticket médio de ontem (valor/quantidade) e sua média móvel de 3 dias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063280"/>
                  </a:ext>
                </a:extLst>
              </a:tr>
              <a:tr h="345233">
                <a:tc>
                  <a:txBody>
                    <a:bodyPr/>
                    <a:lstStyle/>
                    <a:p>
                      <a:r>
                        <a:rPr lang="pt-BR" dirty="0"/>
                        <a:t>`qnt_lag2`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Quantidade de anteontem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398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9208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51ABC-1CB4-86C4-049D-6874D704E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88FCF-E8C2-0FCD-54B0-7056F794E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Explicação dos Modelos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DE4ADDB-5D7B-6EBB-892B-0D7343F3A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0166" y="1408113"/>
            <a:ext cx="11551668" cy="4768850"/>
          </a:xfrm>
        </p:spPr>
        <p:txBody>
          <a:bodyPr>
            <a:normAutofit lnSpcReduction="10000"/>
          </a:bodyPr>
          <a:lstStyle/>
          <a:p>
            <a:r>
              <a:rPr lang="pt-BR" b="1" dirty="0" err="1"/>
              <a:t>ExtraTrees</a:t>
            </a:r>
            <a:r>
              <a:rPr lang="pt-BR" b="1" dirty="0"/>
              <a:t>(EXT,j90) (MAPE 8,49% | mediana 6,45%)</a:t>
            </a:r>
          </a:p>
          <a:p>
            <a:r>
              <a:rPr lang="pt-BR" dirty="0" err="1"/>
              <a:t>ExtraTrees</a:t>
            </a:r>
            <a:r>
              <a:rPr lang="pt-BR" dirty="0"/>
              <a:t> = </a:t>
            </a:r>
            <a:r>
              <a:rPr lang="pt-BR" dirty="0" err="1"/>
              <a:t>Extremely</a:t>
            </a:r>
            <a:r>
              <a:rPr lang="pt-BR" dirty="0"/>
              <a:t> </a:t>
            </a:r>
            <a:r>
              <a:rPr lang="pt-BR" dirty="0" err="1"/>
              <a:t>Randomized</a:t>
            </a:r>
            <a:r>
              <a:rPr lang="pt-BR" dirty="0"/>
              <a:t> </a:t>
            </a:r>
            <a:r>
              <a:rPr lang="pt-BR" dirty="0" err="1"/>
              <a:t>Trees</a:t>
            </a:r>
            <a:r>
              <a:rPr lang="pt-BR" dirty="0"/>
              <a:t> (Árvores Extremamente Aleatorizadas). É um ensemble (conjunto) de árvores de decisão, primo próximo da Random Forest. A ideia geral é a mesma das duas:   treinar várias árvores de decisão e tirar a média das previsões delas — muitas árvores médias juntas erram menos que uma só.</a:t>
            </a:r>
          </a:p>
          <a:p>
            <a:r>
              <a:rPr lang="pt-BR" dirty="0"/>
              <a:t>Uma árvore faz perguntas em cascata sobre as features para chegar na previsão. Seria algo como:</a:t>
            </a:r>
          </a:p>
          <a:p>
            <a:r>
              <a:rPr lang="pt-BR" dirty="0"/>
              <a:t>  </a:t>
            </a:r>
            <a:r>
              <a:rPr lang="pt-BR" dirty="0" err="1"/>
              <a:t>dia_da_semana</a:t>
            </a:r>
            <a:r>
              <a:rPr lang="pt-BR" dirty="0"/>
              <a:t> é sexta?  ──não──&gt;  ...</a:t>
            </a:r>
          </a:p>
          <a:p>
            <a:r>
              <a:rPr lang="pt-BR" dirty="0"/>
              <a:t>         │sim</a:t>
            </a:r>
          </a:p>
          <a:p>
            <a:r>
              <a:rPr lang="pt-BR" dirty="0"/>
              <a:t>     lag_1 &gt; 2 milhões? ──não──&gt; prevê R$ 1,8 mi</a:t>
            </a:r>
          </a:p>
          <a:p>
            <a:r>
              <a:rPr lang="pt-BR" dirty="0"/>
              <a:t>         │sim</a:t>
            </a:r>
          </a:p>
          <a:p>
            <a:r>
              <a:rPr lang="pt-BR" dirty="0"/>
              <a:t>     prevê R$ 3,2 mi</a:t>
            </a:r>
          </a:p>
          <a:p>
            <a:r>
              <a:rPr lang="pt-BR" dirty="0"/>
              <a:t>Cada "pergunta" é um corte (split): escolhe uma feature e um valor de corte que melhor separa os dados.</a:t>
            </a:r>
          </a:p>
          <a:p>
            <a:r>
              <a:rPr lang="pt-BR" dirty="0" err="1"/>
              <a:t>ExtraTreesRegressor</a:t>
            </a:r>
            <a:r>
              <a:rPr lang="pt-BR" dirty="0"/>
              <a:t> com 300 árvores extremamente aleatorizadas (os cortes de cada árvore são sorteados, não otimizados, diferentemente do Random Forest o que ajuda a diminuir o </a:t>
            </a:r>
            <a:r>
              <a:rPr lang="pt-BR" dirty="0" err="1"/>
              <a:t>overfitting</a:t>
            </a:r>
            <a:r>
              <a:rPr lang="pt-BR" dirty="0"/>
              <a:t> e melhorar a generalização), sobre as 17 features estendidas. É o modelo mais simples do grupo — uma floresta única, sem transformação de alvo — e ainda assim o </a:t>
            </a:r>
            <a:r>
              <a:rPr lang="pt-BR" b="1" dirty="0"/>
              <a:t>melhor MAPE médio</a:t>
            </a:r>
            <a:r>
              <a:rPr lang="pt-BR" dirty="0"/>
              <a:t> do ranking inteiro. 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E9D7490-928C-7CD5-C7D8-5CF4B24FC9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87573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42E4C-37BC-8CB3-FB1A-9B4468077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7D231B-0182-9390-FB30-3E265FBE8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Explicação dos Modelos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BF619EE-4C33-72FB-E365-E9D695D98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0166" y="1408113"/>
            <a:ext cx="11551668" cy="4768850"/>
          </a:xfrm>
        </p:spPr>
        <p:txBody>
          <a:bodyPr>
            <a:normAutofit/>
          </a:bodyPr>
          <a:lstStyle/>
          <a:p>
            <a:r>
              <a:rPr lang="pt-BR" b="1" dirty="0" err="1"/>
              <a:t>Voting_log_ET</a:t>
            </a:r>
            <a:r>
              <a:rPr lang="pt-BR" b="1" dirty="0"/>
              <a:t>(EXT,j90) (MAPE 8,59% | mediana 6,16%)</a:t>
            </a:r>
            <a:endParaRPr lang="pt-BR" dirty="0"/>
          </a:p>
          <a:p>
            <a:r>
              <a:rPr lang="pt-BR" dirty="0"/>
              <a:t>Ensemble de votação que tira a média de </a:t>
            </a:r>
            <a:r>
              <a:rPr lang="pt-BR" b="1" dirty="0"/>
              <a:t>três</a:t>
            </a:r>
            <a:r>
              <a:rPr lang="pt-BR" dirty="0"/>
              <a:t> </a:t>
            </a:r>
            <a:r>
              <a:rPr lang="pt-BR" dirty="0" err="1"/>
              <a:t>regressores</a:t>
            </a:r>
            <a:r>
              <a:rPr lang="pt-BR" dirty="0"/>
              <a:t>:</a:t>
            </a:r>
          </a:p>
          <a:p>
            <a:r>
              <a:rPr lang="pt-BR" dirty="0"/>
              <a:t>1. </a:t>
            </a:r>
            <a:r>
              <a:rPr lang="pt-BR" b="1" dirty="0" err="1"/>
              <a:t>GradientBoosting</a:t>
            </a:r>
            <a:r>
              <a:rPr lang="pt-BR" b="1" dirty="0"/>
              <a:t> com alvo em log</a:t>
            </a:r>
            <a:r>
              <a:rPr lang="pt-BR" dirty="0"/>
              <a:t> — `</a:t>
            </a:r>
            <a:r>
              <a:rPr lang="pt-BR" dirty="0" err="1"/>
              <a:t>TransformedTargetRegressor</a:t>
            </a:r>
            <a:r>
              <a:rPr lang="pt-BR" dirty="0"/>
              <a:t>(log1p/expm1)`: o modelo aprende a prever `log(1 + valor)` e a previsão é convertida de volta. Como valores monetários têm cauda longa (dias de pico muito acima do normal), trabalhar em log faz o modelo errar em termos </a:t>
            </a:r>
            <a:r>
              <a:rPr lang="pt-BR" b="1" dirty="0"/>
              <a:t>proporcionais</a:t>
            </a:r>
            <a:r>
              <a:rPr lang="pt-BR" dirty="0"/>
              <a:t> em vez de absolutos — exatamente o que o MAPE mede.</a:t>
            </a:r>
          </a:p>
          <a:p>
            <a:r>
              <a:rPr lang="pt-BR" dirty="0"/>
              <a:t>2. </a:t>
            </a:r>
            <a:r>
              <a:rPr lang="pt-BR" b="1" dirty="0" err="1"/>
              <a:t>XGBoost</a:t>
            </a:r>
            <a:r>
              <a:rPr lang="pt-BR" b="1" dirty="0"/>
              <a:t> com alvo em log</a:t>
            </a:r>
            <a:r>
              <a:rPr lang="pt-BR" dirty="0"/>
              <a:t> — mesma ideia, outra implementação de </a:t>
            </a:r>
            <a:r>
              <a:rPr lang="pt-BR" dirty="0" err="1"/>
              <a:t>boosting</a:t>
            </a:r>
            <a:r>
              <a:rPr lang="pt-BR" dirty="0"/>
              <a:t>.</a:t>
            </a:r>
          </a:p>
          <a:p>
            <a:r>
              <a:rPr lang="pt-BR" dirty="0"/>
              <a:t>3. </a:t>
            </a:r>
            <a:r>
              <a:rPr lang="pt-BR" b="1" dirty="0" err="1"/>
              <a:t>ExtraTrees</a:t>
            </a:r>
            <a:r>
              <a:rPr lang="pt-BR" dirty="0"/>
              <a:t> (300 árvores, escala original) — o mesmo arquétipo do #1, dando o contraponto sem transformação.</a:t>
            </a:r>
          </a:p>
          <a:p>
            <a:r>
              <a:rPr lang="pt-BR" dirty="0"/>
              <a:t>Tem a </a:t>
            </a:r>
            <a:r>
              <a:rPr lang="pt-BR" b="1" dirty="0"/>
              <a:t>melhor mediana de todo o ranking (6,16%)</a:t>
            </a:r>
            <a:r>
              <a:rPr lang="pt-BR" dirty="0"/>
              <a:t>: nos dias típicos é o que erra menos.</a:t>
            </a:r>
          </a:p>
          <a:p>
            <a:endParaRPr lang="pt-BR" u="sng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2C1BAD6-8D44-E09D-2ADA-B075FE9FF3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98424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18B82-7EB8-A15A-776E-5D977DF1D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B241FD-5FC8-4824-77C8-CB9E1372E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Explicação dos Modelos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0C794FD-7B25-EF1C-1C74-F3486ECB84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0166" y="1408113"/>
            <a:ext cx="11551668" cy="4768850"/>
          </a:xfrm>
        </p:spPr>
        <p:txBody>
          <a:bodyPr>
            <a:normAutofit/>
          </a:bodyPr>
          <a:lstStyle/>
          <a:p>
            <a:r>
              <a:rPr lang="pt-BR" b="1" dirty="0" err="1"/>
              <a:t>BLEND_mean</a:t>
            </a:r>
            <a:r>
              <a:rPr lang="pt-BR" b="1" dirty="0"/>
              <a:t>(EXT,j90) (MAPE 8,65% | mediana 6,22%)</a:t>
            </a:r>
            <a:br>
              <a:rPr lang="pt-BR" dirty="0"/>
            </a:br>
            <a:endParaRPr lang="pt-BR" dirty="0"/>
          </a:p>
          <a:p>
            <a:r>
              <a:rPr lang="pt-BR" dirty="0"/>
              <a:t>Não é um modelo treinado: é a </a:t>
            </a:r>
            <a:r>
              <a:rPr lang="pt-BR" b="1" dirty="0"/>
              <a:t>média aritmética das previsões dos 4 candidatos novos</a:t>
            </a:r>
            <a:r>
              <a:rPr lang="pt-BR" dirty="0"/>
              <a:t> (`</a:t>
            </a:r>
            <a:r>
              <a:rPr lang="pt-BR" dirty="0" err="1"/>
              <a:t>ExtraTrees</a:t>
            </a:r>
            <a:r>
              <a:rPr lang="pt-BR" dirty="0"/>
              <a:t>`, `</a:t>
            </a:r>
            <a:r>
              <a:rPr lang="pt-BR" dirty="0" err="1"/>
              <a:t>GBR_logy</a:t>
            </a:r>
            <a:r>
              <a:rPr lang="pt-BR" dirty="0"/>
              <a:t>`, `</a:t>
            </a:r>
            <a:r>
              <a:rPr lang="pt-BR" dirty="0" err="1"/>
              <a:t>Voting_log_ET</a:t>
            </a:r>
            <a:r>
              <a:rPr lang="pt-BR" dirty="0"/>
              <a:t>` e `GBR_ratio_ma5`). Vale notar que o quarto membro, `GBR_ratio_ma5` (prevê a razão valor/média móvel de 5 dias e multiplica de volta), </a:t>
            </a:r>
            <a:r>
              <a:rPr lang="pt-BR" b="1" dirty="0"/>
              <a:t>não bate a antiga sozinho</a:t>
            </a:r>
            <a:r>
              <a:rPr lang="pt-BR" dirty="0"/>
              <a:t> (9,37%), mas contribui com diversidade ao blend. O blend fica entre os membros na média, com mediana quase tão boa quanto o #2 — o perfil mais "seguro" do grupo.</a:t>
            </a:r>
          </a:p>
          <a:p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31A1338-1C89-D5DE-02E4-5A2C3A7D3C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23937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72653-3508-BA18-8586-E59198463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D5548E-DF74-B280-B676-08C87E57C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Explicação dos Modelos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4C38E3C-17E5-EC29-019E-649E2793AD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0166" y="1408113"/>
            <a:ext cx="11551668" cy="4768850"/>
          </a:xfrm>
        </p:spPr>
        <p:txBody>
          <a:bodyPr>
            <a:normAutofit/>
          </a:bodyPr>
          <a:lstStyle/>
          <a:p>
            <a:r>
              <a:rPr lang="pt-BR" b="1" dirty="0" err="1"/>
              <a:t>GBR_logy</a:t>
            </a:r>
            <a:r>
              <a:rPr lang="pt-BR" b="1" dirty="0"/>
              <a:t>(EXT,j90)` (MAPE 9,06% | mediana 6,77%)</a:t>
            </a:r>
            <a:endParaRPr lang="pt-BR" dirty="0"/>
          </a:p>
          <a:p>
            <a:r>
              <a:rPr lang="pt-BR" dirty="0" err="1"/>
              <a:t>GradientBoostingRegressor</a:t>
            </a:r>
            <a:r>
              <a:rPr lang="pt-BR" dirty="0"/>
              <a:t> (300 árvores rasas, `</a:t>
            </a:r>
            <a:r>
              <a:rPr lang="pt-BR" dirty="0" err="1"/>
              <a:t>max_depth</a:t>
            </a:r>
            <a:r>
              <a:rPr lang="pt-BR" dirty="0"/>
              <a:t>=3`, `</a:t>
            </a:r>
            <a:r>
              <a:rPr lang="pt-BR" dirty="0" err="1"/>
              <a:t>learning_rate</a:t>
            </a:r>
            <a:r>
              <a:rPr lang="pt-BR" dirty="0"/>
              <a:t>=0.05`, `</a:t>
            </a:r>
            <a:r>
              <a:rPr lang="pt-BR" dirty="0" err="1"/>
              <a:t>subsample</a:t>
            </a:r>
            <a:r>
              <a:rPr lang="pt-BR" dirty="0"/>
              <a:t>=0.9`) com </a:t>
            </a:r>
            <a:r>
              <a:rPr lang="pt-BR" b="1" dirty="0"/>
              <a:t>alvo em log</a:t>
            </a:r>
            <a:r>
              <a:rPr lang="pt-BR" dirty="0"/>
              <a:t> — o membro 1 do </a:t>
            </a:r>
            <a:r>
              <a:rPr lang="pt-BR" dirty="0" err="1"/>
              <a:t>voting</a:t>
            </a:r>
            <a:r>
              <a:rPr lang="pt-BR" dirty="0"/>
              <a:t> do #2, sozinho. </a:t>
            </a:r>
          </a:p>
          <a:p>
            <a:r>
              <a:rPr lang="pt-BR" dirty="0" err="1"/>
              <a:t>Boosting</a:t>
            </a:r>
            <a:r>
              <a:rPr lang="pt-BR" dirty="0"/>
              <a:t> conservador: muitas árvores pequenas com passo curto e amostragem de 90% por árvore para reduzir variância. Vence a antiga nas duas métricas, mas mostra que o ganho maior do #2 vem da combinação, não deste membro isolado.</a:t>
            </a:r>
          </a:p>
          <a:p>
            <a:r>
              <a:rPr lang="pt-BR" dirty="0" err="1"/>
              <a:t>Gradient</a:t>
            </a:r>
            <a:r>
              <a:rPr lang="pt-BR" dirty="0"/>
              <a:t> </a:t>
            </a:r>
            <a:r>
              <a:rPr lang="pt-BR" dirty="0" err="1"/>
              <a:t>Boosting</a:t>
            </a:r>
            <a:r>
              <a:rPr lang="pt-BR" dirty="0"/>
              <a:t> constrói árvores em sequência, cada uma corrigindo o erro da anterior.</a:t>
            </a:r>
          </a:p>
          <a:p>
            <a:r>
              <a:rPr lang="pt-BR" dirty="0"/>
              <a:t>  A lógica, em 4 passos:</a:t>
            </a:r>
          </a:p>
          <a:p>
            <a:r>
              <a:rPr lang="pt-BR" dirty="0"/>
              <a:t>  1. Chuta um valor inicial (ex.: a média de todas as vendas).</a:t>
            </a:r>
          </a:p>
          <a:p>
            <a:r>
              <a:rPr lang="pt-BR" dirty="0"/>
              <a:t>  2. Calcula o erro desse chute em cada dia (o que faltou ou sobrou — o "resíduo").</a:t>
            </a:r>
          </a:p>
          <a:p>
            <a:r>
              <a:rPr lang="pt-BR" dirty="0"/>
              <a:t>  3. Treina uma árvore pequena para prever esse erro — não o valor, mas o quanto errou.</a:t>
            </a:r>
          </a:p>
          <a:p>
            <a:r>
              <a:rPr lang="pt-BR" dirty="0"/>
              <a:t>  4. Soma uma fração dessa correção ao palpite (a fração é o </a:t>
            </a:r>
            <a:r>
              <a:rPr lang="pt-BR" dirty="0" err="1"/>
              <a:t>learning_rate</a:t>
            </a:r>
            <a:r>
              <a:rPr lang="pt-BR" dirty="0"/>
              <a:t>, ex.: 0,05) e repete centenas de vezes.</a:t>
            </a:r>
          </a:p>
          <a:p>
            <a:r>
              <a:rPr lang="pt-BR" dirty="0"/>
              <a:t>  previsão = </a:t>
            </a:r>
            <a:r>
              <a:rPr lang="pt-BR" dirty="0" err="1"/>
              <a:t>chute_inicial</a:t>
            </a:r>
            <a:r>
              <a:rPr lang="pt-BR" dirty="0"/>
              <a:t> + 0.05·árvore1 + 0.05·árvore2 + ... (300 árvores)</a:t>
            </a:r>
          </a:p>
          <a:p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2D4AA5B-5252-9C86-34FE-B9B42C33CD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19479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C5F9-2BA7-6448-834D-3122E4F74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393ED5-B2A9-79B7-5D9E-F4DA48EA0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Explicação dos Modelos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1E3BBD7-000F-6157-C089-5FE4491AC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0166" y="1408113"/>
            <a:ext cx="11551668" cy="4768850"/>
          </a:xfrm>
        </p:spPr>
        <p:txBody>
          <a:bodyPr>
            <a:normAutofit/>
          </a:bodyPr>
          <a:lstStyle/>
          <a:p>
            <a:r>
              <a:rPr lang="pt-BR" b="1" dirty="0" err="1"/>
              <a:t>Voting</a:t>
            </a:r>
            <a:r>
              <a:rPr lang="pt-BR" b="1" dirty="0"/>
              <a:t>(GBR+XGB+RFR)` (MAPE 9,14% | mediana 7,05%)</a:t>
            </a:r>
            <a:endParaRPr lang="pt-BR" dirty="0"/>
          </a:p>
          <a:p>
            <a:r>
              <a:rPr lang="pt-BR" dirty="0"/>
              <a:t>O único vencedor da configuração padrão (</a:t>
            </a:r>
            <a:r>
              <a:rPr lang="pt-BR" b="1" dirty="0"/>
              <a:t>features BASE, janela 45</a:t>
            </a:r>
            <a:r>
              <a:rPr lang="pt-BR" dirty="0"/>
              <a:t>): média das previsões de um </a:t>
            </a:r>
            <a:r>
              <a:rPr lang="pt-BR" dirty="0" err="1"/>
              <a:t>GradientBoosting</a:t>
            </a:r>
            <a:r>
              <a:rPr lang="pt-BR" dirty="0"/>
              <a:t>, um </a:t>
            </a:r>
            <a:r>
              <a:rPr lang="pt-BR" dirty="0" err="1"/>
              <a:t>XGBoost</a:t>
            </a:r>
            <a:r>
              <a:rPr lang="pt-BR" dirty="0"/>
              <a:t> e um </a:t>
            </a:r>
            <a:r>
              <a:rPr lang="pt-BR" dirty="0" err="1"/>
              <a:t>RandomForest</a:t>
            </a:r>
            <a:r>
              <a:rPr lang="pt-BR" dirty="0"/>
              <a:t> (200 árvores cada, `</a:t>
            </a:r>
            <a:r>
              <a:rPr lang="pt-BR" dirty="0" err="1"/>
              <a:t>random_state</a:t>
            </a:r>
            <a:r>
              <a:rPr lang="pt-BR" dirty="0"/>
              <a:t>=42`). Supera a antiga por margem mínima na média (9,14% </a:t>
            </a:r>
            <a:r>
              <a:rPr lang="pt-BR" dirty="0" err="1"/>
              <a:t>vs</a:t>
            </a:r>
            <a:r>
              <a:rPr lang="pt-BR" dirty="0"/>
              <a:t> 9,15%) e </a:t>
            </a:r>
            <a:r>
              <a:rPr lang="pt-BR" b="1" dirty="0"/>
              <a:t>perde na mediana</a:t>
            </a:r>
            <a:r>
              <a:rPr lang="pt-BR" dirty="0"/>
              <a:t> (7,05% </a:t>
            </a:r>
            <a:r>
              <a:rPr lang="pt-BR" dirty="0" err="1"/>
              <a:t>vs</a:t>
            </a:r>
            <a:r>
              <a:rPr lang="pt-BR" dirty="0"/>
              <a:t> 6,89%) — está aqui pelo critério de corte (MAPE médio), mas na prática empata com a produção.</a:t>
            </a:r>
          </a:p>
          <a:p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F92AD90-7128-8DFF-2FB6-A2DF1CD54E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99801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0A02C-061E-94D8-7A47-7F73335EC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7262ED-2F44-1E59-EC7B-A7E932267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166" y="169183"/>
            <a:ext cx="11551668" cy="521566"/>
          </a:xfrm>
        </p:spPr>
        <p:txBody>
          <a:bodyPr/>
          <a:lstStyle/>
          <a:p>
            <a:r>
              <a:rPr lang="pt-BR" dirty="0"/>
              <a:t>Conclusões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A34EBA-87E9-8C32-6B89-D2909DC6F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166" y="690749"/>
            <a:ext cx="11551668" cy="4989646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pt-BR" sz="7200" b="1" dirty="0"/>
              <a:t>Quantidade</a:t>
            </a:r>
            <a:endParaRPr lang="pt-BR" b="1" dirty="0"/>
          </a:p>
          <a:p>
            <a:r>
              <a:rPr lang="pt-BR" sz="7200" dirty="0"/>
              <a:t>4 pipelines TPOT fixas superam a produção no período (MAPE médio 8,46–8,59% </a:t>
            </a:r>
            <a:r>
              <a:rPr lang="pt-BR" sz="7200" dirty="0" err="1"/>
              <a:t>vs</a:t>
            </a:r>
            <a:r>
              <a:rPr lang="pt-BR" sz="7200" dirty="0"/>
              <a:t> 8,69%).</a:t>
            </a:r>
          </a:p>
          <a:p>
            <a:r>
              <a:rPr lang="pt-BR" sz="7200" dirty="0"/>
              <a:t>O melhor modelo é o SE(LINE)+SE(SGDR)+ABR (MAPE 8,46% | mediana 6,28%): dois </a:t>
            </a:r>
            <a:r>
              <a:rPr lang="pt-BR" sz="7200" dirty="0" err="1"/>
              <a:t>regressores</a:t>
            </a:r>
            <a:r>
              <a:rPr lang="pt-BR" sz="7200" dirty="0"/>
              <a:t> lineares capturam a tendência da série e o </a:t>
            </a:r>
            <a:r>
              <a:rPr lang="pt-BR" sz="7200" dirty="0" err="1"/>
              <a:t>AdaBoost</a:t>
            </a:r>
            <a:r>
              <a:rPr lang="pt-BR" sz="7200" dirty="0"/>
              <a:t> corrige os erros não-lineares. Em março/2026, venceu a antiga em 14 dos 22 dias úteis.</a:t>
            </a:r>
          </a:p>
          <a:p>
            <a:r>
              <a:rPr lang="pt-BR" sz="7200" dirty="0"/>
              <a:t>Ou seja, em quantidade não é preciso buscar uma arquitetura nova todo dia: uma arquitetura fixa, retreinada na janela de 45 dias, já entrega resultado igual ou melhor que a busca </a:t>
            </a:r>
            <a:r>
              <a:rPr lang="pt-BR" sz="7200" dirty="0" err="1"/>
              <a:t>AutoML</a:t>
            </a:r>
            <a:r>
              <a:rPr lang="pt-BR" sz="7200" dirty="0"/>
              <a:t> diária.</a:t>
            </a:r>
          </a:p>
          <a:p>
            <a:endParaRPr lang="pt-BR" sz="7200" dirty="0"/>
          </a:p>
          <a:p>
            <a:pPr marL="0" indent="0">
              <a:buNone/>
            </a:pPr>
            <a:r>
              <a:rPr lang="pt-BR" sz="7200" b="1" dirty="0"/>
              <a:t>Valor</a:t>
            </a:r>
          </a:p>
          <a:p>
            <a:r>
              <a:rPr lang="pt-BR" sz="7200" dirty="0"/>
              <a:t> Nenhuma pipeline TPOT congelada bate a produção (a melhor, SE(ETR)+ABR, faz 9,70% </a:t>
            </a:r>
            <a:r>
              <a:rPr lang="pt-BR" sz="7200" dirty="0" err="1"/>
              <a:t>vs</a:t>
            </a:r>
            <a:r>
              <a:rPr lang="pt-BR" sz="7200" dirty="0"/>
              <a:t> 9,15%) — o desempenho da antiga vem do retreino diário, não da arquitetura do dia.</a:t>
            </a:r>
          </a:p>
          <a:p>
            <a:r>
              <a:rPr lang="pt-BR" sz="7200" dirty="0"/>
              <a:t> Quem supera a produção são os modelos novos, que mudam as features e não o algoritmo: calendário do mês, médias móveis, ticket médio e janela de 90 dias.</a:t>
            </a:r>
          </a:p>
          <a:p>
            <a:r>
              <a:rPr lang="pt-BR" sz="7200" dirty="0"/>
              <a:t> O melhor em erro médio é o </a:t>
            </a:r>
            <a:r>
              <a:rPr lang="pt-BR" sz="7200" dirty="0" err="1"/>
              <a:t>ExtraTrees</a:t>
            </a:r>
            <a:r>
              <a:rPr lang="pt-BR" sz="7200" dirty="0"/>
              <a:t>(EXT,j90) (MAPE 8,49% </a:t>
            </a:r>
            <a:r>
              <a:rPr lang="pt-BR" sz="7200" dirty="0" err="1"/>
              <a:t>vs</a:t>
            </a:r>
            <a:r>
              <a:rPr lang="pt-BR" sz="7200" dirty="0"/>
              <a:t> 9,15% | em março/2026 venceu a antiga em 16 de 22 dias); o melhor no dia a dia típico é o </a:t>
            </a:r>
            <a:r>
              <a:rPr lang="pt-BR" sz="7200" dirty="0" err="1"/>
              <a:t>Voting_log_ET</a:t>
            </a:r>
            <a:r>
              <a:rPr lang="pt-BR" sz="7200" dirty="0"/>
              <a:t>(EXT,j90) (mediana 6,16% </a:t>
            </a:r>
            <a:r>
              <a:rPr lang="pt-BR" sz="7200" dirty="0" err="1"/>
              <a:t>vs</a:t>
            </a:r>
            <a:r>
              <a:rPr lang="pt-BR" sz="7200" dirty="0"/>
              <a:t> 6,89%, a melhor de todo o estudo).</a:t>
            </a:r>
          </a:p>
          <a:p>
            <a:endParaRPr lang="pt-BR" sz="7200" dirty="0"/>
          </a:p>
          <a:p>
            <a:pPr marL="0" indent="0">
              <a:buNone/>
            </a:pPr>
            <a:r>
              <a:rPr lang="pt-BR" sz="7200" b="1" dirty="0"/>
              <a:t>Recomendação</a:t>
            </a:r>
          </a:p>
          <a:p>
            <a:r>
              <a:rPr lang="pt-BR" sz="7200" dirty="0"/>
              <a:t>Substituir a busca TPOT diária por modelos fixos retreinados diariamente: SE(LINE)+SE(SGDR)+ABR para quantidade e </a:t>
            </a:r>
            <a:r>
              <a:rPr lang="pt-BR" sz="7200" dirty="0" err="1"/>
              <a:t>ExtraTrees</a:t>
            </a:r>
            <a:r>
              <a:rPr lang="pt-BR" sz="7200" dirty="0"/>
              <a:t>(EXT,j90) (ou </a:t>
            </a:r>
            <a:r>
              <a:rPr lang="pt-BR" sz="7200" dirty="0" err="1"/>
              <a:t>Voting_log_ET</a:t>
            </a:r>
            <a:r>
              <a:rPr lang="pt-BR" sz="7200" dirty="0"/>
              <a:t>(EXT,j90), se o critério for o erro típico) para valor — mais precisos, estáveis e com custo computacional de segundos em vez de horas.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06136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e3e25a8-909c-4fe4-b1bc-40ea8258d7e7}" enabled="1" method="Standard" siteId="{45fc95ed-6a44-47aa-84cf-dd2e7fc975b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8707</TotalTime>
  <Words>5233</Words>
  <Application>Microsoft Office PowerPoint</Application>
  <PresentationFormat>Widescreen</PresentationFormat>
  <Paragraphs>943</Paragraphs>
  <Slides>43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43</vt:i4>
      </vt:variant>
    </vt:vector>
  </HeadingPairs>
  <TitlesOfParts>
    <vt:vector size="51" baseType="lpstr">
      <vt:lpstr>Aptos</vt:lpstr>
      <vt:lpstr>Aptos Display</vt:lpstr>
      <vt:lpstr>Aptos Narrow</vt:lpstr>
      <vt:lpstr>Arial</vt:lpstr>
      <vt:lpstr>Calibri</vt:lpstr>
      <vt:lpstr>Google Sans Text</vt:lpstr>
      <vt:lpstr>Segoe UI Semilight</vt:lpstr>
      <vt:lpstr>Office Theme</vt:lpstr>
      <vt:lpstr>Projeção de Vendas Definição Modelo</vt:lpstr>
      <vt:lpstr>Apresentação do PowerPoint</vt:lpstr>
      <vt:lpstr>Método Utilizado e Técnicas de Modelagem</vt:lpstr>
      <vt:lpstr>Métodos que podem ser usados</vt:lpstr>
      <vt:lpstr>Detalhes da modelagem realizada</vt:lpstr>
      <vt:lpstr>Apresentação do PowerPoint</vt:lpstr>
      <vt:lpstr>Metodologia Experimental</vt:lpstr>
      <vt:lpstr>Apresentação do PowerPoint</vt:lpstr>
      <vt:lpstr>Melhores Modelos</vt:lpstr>
      <vt:lpstr>Melhores Modelos</vt:lpstr>
      <vt:lpstr>Melhores Modelos</vt:lpstr>
      <vt:lpstr>Apresentação do PowerPoint</vt:lpstr>
      <vt:lpstr> SE(LINE)+SE(SGDR)+ABR: Foi o melhor em 14 dos 22 dias  63,64% Pipeline Antiga em Produção: Foi o melhor em 8 dos 22 dias  36,36% </vt:lpstr>
      <vt:lpstr>Explicação dos Modelos</vt:lpstr>
      <vt:lpstr>Explicação dos Modelos</vt:lpstr>
      <vt:lpstr>Explicação dos Modelos</vt:lpstr>
      <vt:lpstr>Explicação dos Modelos</vt:lpstr>
      <vt:lpstr>Explicação dos Modelos</vt:lpstr>
      <vt:lpstr>Apresentação do PowerPoint</vt:lpstr>
      <vt:lpstr>Apresentação do PowerPoint</vt:lpstr>
      <vt:lpstr>  </vt:lpstr>
      <vt:lpstr>  </vt:lpstr>
      <vt:lpstr>Apresentação do PowerPoint</vt:lpstr>
      <vt:lpstr>Apresentação do PowerPoint</vt:lpstr>
      <vt:lpstr> SE(ETR)+ABR: Foi o melhor em 15 dos 22 dias  68,18% Pipeline Antiga em Produção: Foi o melhor em 7 dos 22 dias 31,82% </vt:lpstr>
      <vt:lpstr>Explicação dos Modelos</vt:lpstr>
      <vt:lpstr>Explicação dos Modelos</vt:lpstr>
      <vt:lpstr>Explicação dos Modelos</vt:lpstr>
      <vt:lpstr>Explicação dos Modelos</vt:lpstr>
      <vt:lpstr>Explicação dos Modelos</vt:lpstr>
      <vt:lpstr>Apresentação do PowerPoint</vt:lpstr>
      <vt:lpstr>  </vt:lpstr>
      <vt:lpstr>Apresentação do PowerPoint</vt:lpstr>
      <vt:lpstr>Apresentação do PowerPoint</vt:lpstr>
      <vt:lpstr>Apresentação do PowerPoint</vt:lpstr>
      <vt:lpstr> </vt:lpstr>
      <vt:lpstr>Explicação dos Modelos</vt:lpstr>
      <vt:lpstr>Explicação dos Modelos</vt:lpstr>
      <vt:lpstr>Explicação dos Modelos</vt:lpstr>
      <vt:lpstr>Explicação dos Modelos</vt:lpstr>
      <vt:lpstr>Explicação dos Modelos</vt:lpstr>
      <vt:lpstr>Explicação dos Modelos</vt:lpstr>
      <vt:lpstr>Conclusões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Ageu de Araujo Machado</dc:creator>
  <cp:lastModifiedBy>DANIEL ALEXANDRE RAMAZZOTTE</cp:lastModifiedBy>
  <cp:revision>14</cp:revision>
  <dcterms:created xsi:type="dcterms:W3CDTF">2024-02-19T00:43:26Z</dcterms:created>
  <dcterms:modified xsi:type="dcterms:W3CDTF">2026-06-15T16:51:17Z</dcterms:modified>
</cp:coreProperties>
</file>