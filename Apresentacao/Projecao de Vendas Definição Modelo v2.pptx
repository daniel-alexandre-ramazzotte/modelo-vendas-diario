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notesMasterIdLst>
    <p:notesMasterId r:id="rId54"/>
  </p:notesMasterIdLst>
  <p:handoutMasterIdLst>
    <p:handoutMasterId r:id="rId55"/>
  </p:handoutMasterIdLst>
  <p:sldIdLst>
    <p:sldId id="270" r:id="rId2"/>
    <p:sldId id="464" r:id="rId3"/>
    <p:sldId id="419" r:id="rId4"/>
    <p:sldId id="420" r:id="rId5"/>
    <p:sldId id="424" r:id="rId6"/>
    <p:sldId id="423" r:id="rId7"/>
    <p:sldId id="466" r:id="rId8"/>
    <p:sldId id="443" r:id="rId9"/>
    <p:sldId id="421" r:id="rId10"/>
    <p:sldId id="440" r:id="rId11"/>
    <p:sldId id="447" r:id="rId12"/>
    <p:sldId id="467" r:id="rId13"/>
    <p:sldId id="439" r:id="rId14"/>
    <p:sldId id="469" r:id="rId15"/>
    <p:sldId id="500" r:id="rId16"/>
    <p:sldId id="501" r:id="rId17"/>
    <p:sldId id="471" r:id="rId18"/>
    <p:sldId id="470" r:id="rId19"/>
    <p:sldId id="472" r:id="rId20"/>
    <p:sldId id="474" r:id="rId21"/>
    <p:sldId id="475" r:id="rId22"/>
    <p:sldId id="519" r:id="rId23"/>
    <p:sldId id="520" r:id="rId24"/>
    <p:sldId id="492" r:id="rId25"/>
    <p:sldId id="529" r:id="rId26"/>
    <p:sldId id="521" r:id="rId27"/>
    <p:sldId id="527" r:id="rId28"/>
    <p:sldId id="515" r:id="rId29"/>
    <p:sldId id="482" r:id="rId30"/>
    <p:sldId id="530" r:id="rId31"/>
    <p:sldId id="522" r:id="rId32"/>
    <p:sldId id="523" r:id="rId33"/>
    <p:sldId id="524" r:id="rId34"/>
    <p:sldId id="525" r:id="rId35"/>
    <p:sldId id="526" r:id="rId36"/>
    <p:sldId id="528" r:id="rId37"/>
    <p:sldId id="476" r:id="rId38"/>
    <p:sldId id="518" r:id="rId39"/>
    <p:sldId id="473" r:id="rId40"/>
    <p:sldId id="502" r:id="rId41"/>
    <p:sldId id="517" r:id="rId42"/>
    <p:sldId id="503" r:id="rId43"/>
    <p:sldId id="504" r:id="rId44"/>
    <p:sldId id="513" r:id="rId45"/>
    <p:sldId id="505" r:id="rId46"/>
    <p:sldId id="507" r:id="rId47"/>
    <p:sldId id="508" r:id="rId48"/>
    <p:sldId id="509" r:id="rId49"/>
    <p:sldId id="510" r:id="rId50"/>
    <p:sldId id="511" r:id="rId51"/>
    <p:sldId id="512" r:id="rId52"/>
    <p:sldId id="506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2F2F2"/>
    <a:srgbClr val="D9D9D9"/>
    <a:srgbClr val="163056"/>
    <a:srgbClr val="83CBEB"/>
    <a:srgbClr val="AFD0DF"/>
    <a:srgbClr val="156082"/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51A516-37F2-4EB7-A194-87B654ED3CBD}" v="49" dt="2026-06-12T14:27:52.1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Estilo E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Estilo Médio 1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Estilo Mé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Estilo com Tema 1 - Ênfas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FECB4D8-DB02-4DC6-A0A2-4F2EBAE1DC90}" styleName="Estilo Médio 1 - Ênfase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8" autoAdjust="0"/>
    <p:restoredTop sz="93525" autoAdjust="0"/>
  </p:normalViewPr>
  <p:slideViewPr>
    <p:cSldViewPr snapToGrid="0">
      <p:cViewPr varScale="1">
        <p:scale>
          <a:sx n="103" d="100"/>
          <a:sy n="103" d="100"/>
        </p:scale>
        <p:origin x="91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ALEXANDRE RAMAZZOTTE" userId="da9cca94-9105-482e-b155-cd7f190409a2" providerId="ADAL" clId="{4DBF0956-1C20-4CE2-B598-1C28127E1380}"/>
    <pc:docChg chg="undo custSel addSld delSld modSld sldOrd">
      <pc:chgData name="DANIEL ALEXANDRE RAMAZZOTTE" userId="da9cca94-9105-482e-b155-cd7f190409a2" providerId="ADAL" clId="{4DBF0956-1C20-4CE2-B598-1C28127E1380}" dt="2026-06-12T14:34:39.793" v="2972" actId="115"/>
      <pc:docMkLst>
        <pc:docMk/>
      </pc:docMkLst>
      <pc:sldChg chg="del">
        <pc:chgData name="DANIEL ALEXANDRE RAMAZZOTTE" userId="da9cca94-9105-482e-b155-cd7f190409a2" providerId="ADAL" clId="{4DBF0956-1C20-4CE2-B598-1C28127E1380}" dt="2026-06-11T16:20:55.183" v="0" actId="47"/>
        <pc:sldMkLst>
          <pc:docMk/>
          <pc:sldMk cId="3374596944" sldId="258"/>
        </pc:sldMkLst>
      </pc:sldChg>
      <pc:sldChg chg="modSp mod">
        <pc:chgData name="DANIEL ALEXANDRE RAMAZZOTTE" userId="da9cca94-9105-482e-b155-cd7f190409a2" providerId="ADAL" clId="{4DBF0956-1C20-4CE2-B598-1C28127E1380}" dt="2026-06-11T16:21:02.517" v="17" actId="20577"/>
        <pc:sldMkLst>
          <pc:docMk/>
          <pc:sldMk cId="458569887" sldId="270"/>
        </pc:sldMkLst>
        <pc:spChg chg="mod">
          <ac:chgData name="DANIEL ALEXANDRE RAMAZZOTTE" userId="da9cca94-9105-482e-b155-cd7f190409a2" providerId="ADAL" clId="{4DBF0956-1C20-4CE2-B598-1C28127E1380}" dt="2026-06-11T16:21:02.517" v="17" actId="20577"/>
          <ac:spMkLst>
            <pc:docMk/>
            <pc:sldMk cId="458569887" sldId="270"/>
            <ac:spMk id="2" creationId="{8A180C42-865C-6B97-E210-54FBBB62A150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3:36.143" v="71" actId="47"/>
        <pc:sldMkLst>
          <pc:docMk/>
          <pc:sldMk cId="1621429766" sldId="399"/>
        </pc:sldMkLst>
      </pc:sldChg>
      <pc:sldChg chg="ord">
        <pc:chgData name="DANIEL ALEXANDRE RAMAZZOTTE" userId="da9cca94-9105-482e-b155-cd7f190409a2" providerId="ADAL" clId="{4DBF0956-1C20-4CE2-B598-1C28127E1380}" dt="2026-06-11T16:22:44.683" v="68"/>
        <pc:sldMkLst>
          <pc:docMk/>
          <pc:sldMk cId="4050165043" sldId="402"/>
        </pc:sldMkLst>
      </pc:sldChg>
      <pc:sldChg chg="del">
        <pc:chgData name="DANIEL ALEXANDRE RAMAZZOTTE" userId="da9cca94-9105-482e-b155-cd7f190409a2" providerId="ADAL" clId="{4DBF0956-1C20-4CE2-B598-1C28127E1380}" dt="2026-06-11T16:24:29.679" v="75" actId="47"/>
        <pc:sldMkLst>
          <pc:docMk/>
          <pc:sldMk cId="404527320" sldId="404"/>
        </pc:sldMkLst>
      </pc:sldChg>
      <pc:sldChg chg="ord">
        <pc:chgData name="DANIEL ALEXANDRE RAMAZZOTTE" userId="da9cca94-9105-482e-b155-cd7f190409a2" providerId="ADAL" clId="{4DBF0956-1C20-4CE2-B598-1C28127E1380}" dt="2026-06-11T16:22:56.251" v="70"/>
        <pc:sldMkLst>
          <pc:docMk/>
          <pc:sldMk cId="1443811433" sldId="407"/>
        </pc:sldMkLst>
      </pc:sldChg>
      <pc:sldChg chg="ord">
        <pc:chgData name="DANIEL ALEXANDRE RAMAZZOTTE" userId="da9cca94-9105-482e-b155-cd7f190409a2" providerId="ADAL" clId="{4DBF0956-1C20-4CE2-B598-1C28127E1380}" dt="2026-06-11T16:22:14.638" v="60"/>
        <pc:sldMkLst>
          <pc:docMk/>
          <pc:sldMk cId="3951923848" sldId="410"/>
        </pc:sldMkLst>
      </pc:sldChg>
      <pc:sldChg chg="del">
        <pc:chgData name="DANIEL ALEXANDRE RAMAZZOTTE" userId="da9cca94-9105-482e-b155-cd7f190409a2" providerId="ADAL" clId="{4DBF0956-1C20-4CE2-B598-1C28127E1380}" dt="2026-06-11T16:24:33.964" v="76" actId="47"/>
        <pc:sldMkLst>
          <pc:docMk/>
          <pc:sldMk cId="664617425" sldId="411"/>
        </pc:sldMkLst>
      </pc:sldChg>
      <pc:sldChg chg="del">
        <pc:chgData name="DANIEL ALEXANDRE RAMAZZOTTE" userId="da9cca94-9105-482e-b155-cd7f190409a2" providerId="ADAL" clId="{4DBF0956-1C20-4CE2-B598-1C28127E1380}" dt="2026-06-11T16:24:34.651" v="77" actId="47"/>
        <pc:sldMkLst>
          <pc:docMk/>
          <pc:sldMk cId="3000009908" sldId="412"/>
        </pc:sldMkLst>
      </pc:sldChg>
      <pc:sldChg chg="del">
        <pc:chgData name="DANIEL ALEXANDRE RAMAZZOTTE" userId="da9cca94-9105-482e-b155-cd7f190409a2" providerId="ADAL" clId="{4DBF0956-1C20-4CE2-B598-1C28127E1380}" dt="2026-06-11T16:24:43.283" v="78" actId="47"/>
        <pc:sldMkLst>
          <pc:docMk/>
          <pc:sldMk cId="24492108" sldId="413"/>
        </pc:sldMkLst>
      </pc:sldChg>
      <pc:sldChg chg="modSp del mod">
        <pc:chgData name="DANIEL ALEXANDRE RAMAZZOTTE" userId="da9cca94-9105-482e-b155-cd7f190409a2" providerId="ADAL" clId="{4DBF0956-1C20-4CE2-B598-1C28127E1380}" dt="2026-06-11T16:22:20.076" v="61" actId="47"/>
        <pc:sldMkLst>
          <pc:docMk/>
          <pc:sldMk cId="2419712028" sldId="414"/>
        </pc:sldMkLst>
        <pc:spChg chg="mod">
          <ac:chgData name="DANIEL ALEXANDRE RAMAZZOTTE" userId="da9cca94-9105-482e-b155-cd7f190409a2" providerId="ADAL" clId="{4DBF0956-1C20-4CE2-B598-1C28127E1380}" dt="2026-06-11T16:21:21.612" v="58" actId="20577"/>
          <ac:spMkLst>
            <pc:docMk/>
            <pc:sldMk cId="2419712028" sldId="414"/>
            <ac:spMk id="3" creationId="{F36DAF7B-4C52-1C76-AF38-8F4BE8F7A5C5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2:32.087" v="64" actId="47"/>
        <pc:sldMkLst>
          <pc:docMk/>
          <pc:sldMk cId="1241049180" sldId="416"/>
        </pc:sldMkLst>
      </pc:sldChg>
      <pc:sldChg chg="del">
        <pc:chgData name="DANIEL ALEXANDRE RAMAZZOTTE" userId="da9cca94-9105-482e-b155-cd7f190409a2" providerId="ADAL" clId="{4DBF0956-1C20-4CE2-B598-1C28127E1380}" dt="2026-06-11T16:22:26.443" v="62" actId="47"/>
        <pc:sldMkLst>
          <pc:docMk/>
          <pc:sldMk cId="3198394598" sldId="417"/>
        </pc:sldMkLst>
      </pc:sldChg>
      <pc:sldChg chg="modSp mod">
        <pc:chgData name="DANIEL ALEXANDRE RAMAZZOTTE" userId="da9cca94-9105-482e-b155-cd7f190409a2" providerId="ADAL" clId="{4DBF0956-1C20-4CE2-B598-1C28127E1380}" dt="2026-06-12T14:34:39.793" v="2972" actId="115"/>
        <pc:sldMkLst>
          <pc:docMk/>
          <pc:sldMk cId="906136001" sldId="418"/>
        </pc:sldMkLst>
        <pc:spChg chg="mod">
          <ac:chgData name="DANIEL ALEXANDRE RAMAZZOTTE" userId="da9cca94-9105-482e-b155-cd7f190409a2" providerId="ADAL" clId="{4DBF0956-1C20-4CE2-B598-1C28127E1380}" dt="2026-06-12T14:34:38.799" v="2971" actId="115"/>
          <ac:spMkLst>
            <pc:docMk/>
            <pc:sldMk cId="906136001" sldId="418"/>
            <ac:spMk id="2" creationId="{1A7262ED-2F44-1E59-EC7B-A7E932267856}"/>
          </ac:spMkLst>
        </pc:spChg>
        <pc:spChg chg="mod">
          <ac:chgData name="DANIEL ALEXANDRE RAMAZZOTTE" userId="da9cca94-9105-482e-b155-cd7f190409a2" providerId="ADAL" clId="{4DBF0956-1C20-4CE2-B598-1C28127E1380}" dt="2026-06-12T14:34:39.793" v="2972" actId="115"/>
          <ac:spMkLst>
            <pc:docMk/>
            <pc:sldMk cId="906136001" sldId="418"/>
            <ac:spMk id="3" creationId="{1EA34EBA-87E9-8C32-6B89-D2909DC6FDB5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6:25:10.512" v="80" actId="47"/>
        <pc:sldMkLst>
          <pc:docMk/>
          <pc:sldMk cId="755576303" sldId="419"/>
        </pc:sldMkLst>
      </pc:sldChg>
      <pc:sldChg chg="modSp new mod ord">
        <pc:chgData name="DANIEL ALEXANDRE RAMAZZOTTE" userId="da9cca94-9105-482e-b155-cd7f190409a2" providerId="ADAL" clId="{4DBF0956-1C20-4CE2-B598-1C28127E1380}" dt="2026-06-11T17:49:11.189" v="1914" actId="115"/>
        <pc:sldMkLst>
          <pc:docMk/>
          <pc:sldMk cId="2513574783" sldId="419"/>
        </pc:sldMkLst>
        <pc:spChg chg="mod">
          <ac:chgData name="DANIEL ALEXANDRE RAMAZZOTTE" userId="da9cca94-9105-482e-b155-cd7f190409a2" providerId="ADAL" clId="{4DBF0956-1C20-4CE2-B598-1C28127E1380}" dt="2026-06-11T16:31:14.717" v="586" actId="20577"/>
          <ac:spMkLst>
            <pc:docMk/>
            <pc:sldMk cId="2513574783" sldId="419"/>
            <ac:spMk id="2" creationId="{935815B4-EC2C-AA77-A619-BD3713F1B07B}"/>
          </ac:spMkLst>
        </pc:spChg>
        <pc:spChg chg="mod">
          <ac:chgData name="DANIEL ALEXANDRE RAMAZZOTTE" userId="da9cca94-9105-482e-b155-cd7f190409a2" providerId="ADAL" clId="{4DBF0956-1C20-4CE2-B598-1C28127E1380}" dt="2026-06-11T17:49:11.189" v="1914" actId="115"/>
          <ac:spMkLst>
            <pc:docMk/>
            <pc:sldMk cId="2513574783" sldId="419"/>
            <ac:spMk id="3" creationId="{144B7059-BB86-9377-E822-221BAD513B32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4:12.723" v="74" actId="47"/>
        <pc:sldMkLst>
          <pc:docMk/>
          <pc:sldMk cId="3011455512" sldId="419"/>
        </pc:sldMkLst>
      </pc:sldChg>
      <pc:sldChg chg="del">
        <pc:chgData name="DANIEL ALEXANDRE RAMAZZOTTE" userId="da9cca94-9105-482e-b155-cd7f190409a2" providerId="ADAL" clId="{4DBF0956-1C20-4CE2-B598-1C28127E1380}" dt="2026-06-11T16:23:39.393" v="72" actId="47"/>
        <pc:sldMkLst>
          <pc:docMk/>
          <pc:sldMk cId="2956105961" sldId="420"/>
        </pc:sldMkLst>
      </pc:sldChg>
      <pc:sldChg chg="modSp add mod">
        <pc:chgData name="DANIEL ALEXANDRE RAMAZZOTTE" userId="da9cca94-9105-482e-b155-cd7f190409a2" providerId="ADAL" clId="{4DBF0956-1C20-4CE2-B598-1C28127E1380}" dt="2026-06-11T16:30:06.994" v="541" actId="20577"/>
        <pc:sldMkLst>
          <pc:docMk/>
          <pc:sldMk cId="3339084275" sldId="420"/>
        </pc:sldMkLst>
        <pc:spChg chg="mod">
          <ac:chgData name="DANIEL ALEXANDRE RAMAZZOTTE" userId="da9cca94-9105-482e-b155-cd7f190409a2" providerId="ADAL" clId="{4DBF0956-1C20-4CE2-B598-1C28127E1380}" dt="2026-06-11T16:30:06.994" v="541" actId="20577"/>
          <ac:spMkLst>
            <pc:docMk/>
            <pc:sldMk cId="3339084275" sldId="420"/>
            <ac:spMk id="3" creationId="{9A0A699E-C5E9-0DCD-9FB3-E8D60FA2367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1T16:30:14.901" v="547" actId="20577"/>
        <pc:sldMkLst>
          <pc:docMk/>
          <pc:sldMk cId="259035526" sldId="421"/>
        </pc:sldMkLst>
        <pc:spChg chg="mod">
          <ac:chgData name="DANIEL ALEXANDRE RAMAZZOTTE" userId="da9cca94-9105-482e-b155-cd7f190409a2" providerId="ADAL" clId="{4DBF0956-1C20-4CE2-B598-1C28127E1380}" dt="2026-06-11T16:30:14.901" v="547" actId="20577"/>
          <ac:spMkLst>
            <pc:docMk/>
            <pc:sldMk cId="259035526" sldId="421"/>
            <ac:spMk id="3" creationId="{EE4B7E52-ED4E-244B-7BC3-56504D6B4EBC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3:40.848" v="73" actId="47"/>
        <pc:sldMkLst>
          <pc:docMk/>
          <pc:sldMk cId="1903210242" sldId="421"/>
        </pc:sldMkLst>
      </pc:sldChg>
      <pc:sldChg chg="addSp delSp modSp add del mod ord modClrScheme chgLayout">
        <pc:chgData name="DANIEL ALEXANDRE RAMAZZOTTE" userId="da9cca94-9105-482e-b155-cd7f190409a2" providerId="ADAL" clId="{4DBF0956-1C20-4CE2-B598-1C28127E1380}" dt="2026-06-11T18:26:22.758" v="2015" actId="47"/>
        <pc:sldMkLst>
          <pc:docMk/>
          <pc:sldMk cId="289734510" sldId="422"/>
        </pc:sldMkLst>
        <pc:spChg chg="del">
          <ac:chgData name="DANIEL ALEXANDRE RAMAZZOTTE" userId="da9cca94-9105-482e-b155-cd7f190409a2" providerId="ADAL" clId="{4DBF0956-1C20-4CE2-B598-1C28127E1380}" dt="2026-06-11T18:22:04.238" v="1992" actId="26606"/>
          <ac:spMkLst>
            <pc:docMk/>
            <pc:sldMk cId="289734510" sldId="422"/>
            <ac:spMk id="2" creationId="{7B6DBB6C-33F7-5404-AE98-1A97AB0B5AAF}"/>
          </ac:spMkLst>
        </pc:spChg>
        <pc:spChg chg="del">
          <ac:chgData name="DANIEL ALEXANDRE RAMAZZOTTE" userId="da9cca94-9105-482e-b155-cd7f190409a2" providerId="ADAL" clId="{4DBF0956-1C20-4CE2-B598-1C28127E1380}" dt="2026-06-11T18:22:00.203" v="1990"/>
          <ac:spMkLst>
            <pc:docMk/>
            <pc:sldMk cId="289734510" sldId="422"/>
            <ac:spMk id="3" creationId="{F6358971-5894-488D-9F02-263E367BEDAD}"/>
          </ac:spMkLst>
        </pc:spChg>
        <pc:spChg chg="del">
          <ac:chgData name="DANIEL ALEXANDRE RAMAZZOTTE" userId="da9cca94-9105-482e-b155-cd7f190409a2" providerId="ADAL" clId="{4DBF0956-1C20-4CE2-B598-1C28127E1380}" dt="2026-06-11T18:22:04.238" v="1992" actId="26606"/>
          <ac:spMkLst>
            <pc:docMk/>
            <pc:sldMk cId="289734510" sldId="422"/>
            <ac:spMk id="4" creationId="{C5663DEA-DBCE-53D6-36D1-8C1AF57FF213}"/>
          </ac:spMkLst>
        </pc:spChg>
        <pc:spChg chg="add del mod">
          <ac:chgData name="DANIEL ALEXANDRE RAMAZZOTTE" userId="da9cca94-9105-482e-b155-cd7f190409a2" providerId="ADAL" clId="{4DBF0956-1C20-4CE2-B598-1C28127E1380}" dt="2026-06-11T18:26:04.582" v="2013"/>
          <ac:spMkLst>
            <pc:docMk/>
            <pc:sldMk cId="289734510" sldId="422"/>
            <ac:spMk id="7" creationId="{DAA7F16E-D0D4-FCA0-2392-C2C619C952A3}"/>
          </ac:spMkLst>
        </pc:spChg>
        <pc:spChg chg="add del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0" creationId="{5EEC8E3C-1717-E24A-6BDB-7369F820EAAA}"/>
          </ac:spMkLst>
        </pc:spChg>
        <pc:spChg chg="add mod">
          <ac:chgData name="DANIEL ALEXANDRE RAMAZZOTTE" userId="da9cca94-9105-482e-b155-cd7f190409a2" providerId="ADAL" clId="{4DBF0956-1C20-4CE2-B598-1C28127E1380}" dt="2026-06-11T18:26:11.161" v="2014" actId="478"/>
          <ac:spMkLst>
            <pc:docMk/>
            <pc:sldMk cId="289734510" sldId="422"/>
            <ac:spMk id="11" creationId="{92F6D5AE-C453-7B9E-5687-20D70CC2D710}"/>
          </ac:spMkLst>
        </pc:spChg>
        <pc:spChg chg="add del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2" creationId="{3AE38A1D-6062-2114-317C-6109107ECAB9}"/>
          </ac:spMkLst>
        </pc:spChg>
        <pc:spChg chg="add mod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7" creationId="{C3921FF5-202B-2B1B-4B9E-62EA6C9408A6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1T18:25:47.776" v="2012" actId="478"/>
          <ac:graphicFrameMkLst>
            <pc:docMk/>
            <pc:sldMk cId="289734510" sldId="422"/>
            <ac:graphicFrameMk id="5" creationId="{D335EBF3-2971-C79E-C640-B807F01ECC83}"/>
          </ac:graphicFrameMkLst>
        </pc:graphicFrameChg>
        <pc:graphicFrameChg chg="add del mod">
          <ac:chgData name="DANIEL ALEXANDRE RAMAZZOTTE" userId="da9cca94-9105-482e-b155-cd7f190409a2" providerId="ADAL" clId="{4DBF0956-1C20-4CE2-B598-1C28127E1380}" dt="2026-06-11T18:26:11.161" v="2014" actId="478"/>
          <ac:graphicFrameMkLst>
            <pc:docMk/>
            <pc:sldMk cId="289734510" sldId="422"/>
            <ac:graphicFrameMk id="8" creationId="{EF047647-21DF-4A94-E07E-696F14B67966}"/>
          </ac:graphicFrameMkLst>
        </pc:graphicFrameChg>
      </pc:sldChg>
      <pc:sldChg chg="del">
        <pc:chgData name="DANIEL ALEXANDRE RAMAZZOTTE" userId="da9cca94-9105-482e-b155-cd7f190409a2" providerId="ADAL" clId="{4DBF0956-1C20-4CE2-B598-1C28127E1380}" dt="2026-06-11T16:22:33.165" v="65" actId="47"/>
        <pc:sldMkLst>
          <pc:docMk/>
          <pc:sldMk cId="3330515954" sldId="422"/>
        </pc:sldMkLst>
      </pc:sldChg>
      <pc:sldChg chg="del">
        <pc:chgData name="DANIEL ALEXANDRE RAMAZZOTTE" userId="da9cca94-9105-482e-b155-cd7f190409a2" providerId="ADAL" clId="{4DBF0956-1C20-4CE2-B598-1C28127E1380}" dt="2026-06-11T16:22:27.254" v="63" actId="47"/>
        <pc:sldMkLst>
          <pc:docMk/>
          <pc:sldMk cId="1785696163" sldId="423"/>
        </pc:sldMkLst>
      </pc:sldChg>
      <pc:sldChg chg="addSp modSp add mod ord">
        <pc:chgData name="DANIEL ALEXANDRE RAMAZZOTTE" userId="da9cca94-9105-482e-b155-cd7f190409a2" providerId="ADAL" clId="{4DBF0956-1C20-4CE2-B598-1C28127E1380}" dt="2026-06-11T18:04:47.928" v="1976" actId="1076"/>
        <pc:sldMkLst>
          <pc:docMk/>
          <pc:sldMk cId="2620604579" sldId="423"/>
        </pc:sldMkLst>
        <pc:spChg chg="mod">
          <ac:chgData name="DANIEL ALEXANDRE RAMAZZOTTE" userId="da9cca94-9105-482e-b155-cd7f190409a2" providerId="ADAL" clId="{4DBF0956-1C20-4CE2-B598-1C28127E1380}" dt="2026-06-11T17:50:01.281" v="1951" actId="20577"/>
          <ac:spMkLst>
            <pc:docMk/>
            <pc:sldMk cId="2620604579" sldId="423"/>
            <ac:spMk id="2" creationId="{E042E27B-57DC-56C7-2DF2-4EBC970799D7}"/>
          </ac:spMkLst>
        </pc:spChg>
        <pc:spChg chg="mod">
          <ac:chgData name="DANIEL ALEXANDRE RAMAZZOTTE" userId="da9cca94-9105-482e-b155-cd7f190409a2" providerId="ADAL" clId="{4DBF0956-1C20-4CE2-B598-1C28127E1380}" dt="2026-06-11T17:50:39.327" v="1954" actId="5793"/>
          <ac:spMkLst>
            <pc:docMk/>
            <pc:sldMk cId="2620604579" sldId="423"/>
            <ac:spMk id="3" creationId="{5D87699C-AEF6-16C5-E0D6-4C031FDBB05A}"/>
          </ac:spMkLst>
        </pc:spChg>
        <pc:picChg chg="add mod">
          <ac:chgData name="DANIEL ALEXANDRE RAMAZZOTTE" userId="da9cca94-9105-482e-b155-cd7f190409a2" providerId="ADAL" clId="{4DBF0956-1C20-4CE2-B598-1C28127E1380}" dt="2026-06-11T18:04:47.928" v="1976" actId="1076"/>
          <ac:picMkLst>
            <pc:docMk/>
            <pc:sldMk cId="2620604579" sldId="423"/>
            <ac:picMk id="6" creationId="{EC4F448E-4716-801F-DA50-A587F633ECBD}"/>
          </ac:picMkLst>
        </pc:picChg>
      </pc:sldChg>
      <pc:sldChg chg="del">
        <pc:chgData name="DANIEL ALEXANDRE RAMAZZOTTE" userId="da9cca94-9105-482e-b155-cd7f190409a2" providerId="ADAL" clId="{4DBF0956-1C20-4CE2-B598-1C28127E1380}" dt="2026-06-11T16:22:34.076" v="66" actId="47"/>
        <pc:sldMkLst>
          <pc:docMk/>
          <pc:sldMk cId="1072953449" sldId="424"/>
        </pc:sldMkLst>
      </pc:sldChg>
      <pc:sldChg chg="addSp delSp modSp add mod ord modClrScheme chgLayout">
        <pc:chgData name="DANIEL ALEXANDRE RAMAZZOTTE" userId="da9cca94-9105-482e-b155-cd7f190409a2" providerId="ADAL" clId="{4DBF0956-1C20-4CE2-B598-1C28127E1380}" dt="2026-06-12T13:35:22.830" v="2569" actId="1076"/>
        <pc:sldMkLst>
          <pc:docMk/>
          <pc:sldMk cId="3784344628" sldId="424"/>
        </pc:sldMkLst>
        <pc:spChg chg="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2" creationId="{7AD22D69-67AA-F640-A123-B7743FEEAB05}"/>
          </ac:spMkLst>
        </pc:spChg>
        <pc:spChg chg="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" creationId="{B72A7EF8-66A6-72CA-6DDF-89817150A927}"/>
          </ac:spMkLst>
        </pc:spChg>
        <pc:spChg chg="add del">
          <ac:chgData name="DANIEL ALEXANDRE RAMAZZOTTE" userId="da9cca94-9105-482e-b155-cd7f190409a2" providerId="ADAL" clId="{4DBF0956-1C20-4CE2-B598-1C28127E1380}" dt="2026-06-11T18:03:37.984" v="1962" actId="26606"/>
          <ac:spMkLst>
            <pc:docMk/>
            <pc:sldMk cId="3784344628" sldId="424"/>
            <ac:spMk id="4" creationId="{F7AD15CF-C8E1-FD50-D4AE-CCE57533148F}"/>
          </ac:spMkLst>
        </pc:spChg>
        <pc:spChg chg="add del mod">
          <ac:chgData name="DANIEL ALEXANDRE RAMAZZOTTE" userId="da9cca94-9105-482e-b155-cd7f190409a2" providerId="ADAL" clId="{4DBF0956-1C20-4CE2-B598-1C28127E1380}" dt="2026-06-11T18:03:37.806" v="1961" actId="26606"/>
          <ac:spMkLst>
            <pc:docMk/>
            <pc:sldMk cId="3784344628" sldId="424"/>
            <ac:spMk id="10" creationId="{57C32592-6B63-6783-FDB6-C3FD00EB59EC}"/>
          </ac:spMkLst>
        </pc:spChg>
        <pc:spChg chg="add del mod">
          <ac:chgData name="DANIEL ALEXANDRE RAMAZZOTTE" userId="da9cca94-9105-482e-b155-cd7f190409a2" providerId="ADAL" clId="{4DBF0956-1C20-4CE2-B598-1C28127E1380}" dt="2026-06-11T18:03:37.806" v="1961" actId="26606"/>
          <ac:spMkLst>
            <pc:docMk/>
            <pc:sldMk cId="3784344628" sldId="424"/>
            <ac:spMk id="12" creationId="{322D7BFD-95F4-0A05-C4FE-4657A5681F97}"/>
          </ac:spMkLst>
        </pc:spChg>
        <pc:spChg chg="add del mod">
          <ac:chgData name="DANIEL ALEXANDRE RAMAZZOTTE" userId="da9cca94-9105-482e-b155-cd7f190409a2" providerId="ADAL" clId="{4DBF0956-1C20-4CE2-B598-1C28127E1380}" dt="2026-06-11T18:11:09.375" v="1977" actId="26606"/>
          <ac:spMkLst>
            <pc:docMk/>
            <pc:sldMk cId="3784344628" sldId="424"/>
            <ac:spMk id="14" creationId="{F9EDCE64-E00A-4DA5-B27E-ED8792976430}"/>
          </ac:spMkLst>
        </pc:spChg>
        <pc:spChg chg="add del mod">
          <ac:chgData name="DANIEL ALEXANDRE RAMAZZOTTE" userId="da9cca94-9105-482e-b155-cd7f190409a2" providerId="ADAL" clId="{4DBF0956-1C20-4CE2-B598-1C28127E1380}" dt="2026-06-11T18:03:41.898" v="1963" actId="478"/>
          <ac:spMkLst>
            <pc:docMk/>
            <pc:sldMk cId="3784344628" sldId="424"/>
            <ac:spMk id="15" creationId="{BE2E8FE6-7923-5A25-0F5C-5F6AD9C12805}"/>
          </ac:spMkLst>
        </pc:spChg>
        <pc:spChg chg="add del mod">
          <ac:chgData name="DANIEL ALEXANDRE RAMAZZOTTE" userId="da9cca94-9105-482e-b155-cd7f190409a2" providerId="ADAL" clId="{4DBF0956-1C20-4CE2-B598-1C28127E1380}" dt="2026-06-11T18:25:36.884" v="2010" actId="26606"/>
          <ac:spMkLst>
            <pc:docMk/>
            <pc:sldMk cId="3784344628" sldId="424"/>
            <ac:spMk id="19" creationId="{40DDE616-6CE8-1E98-A5D8-862093D24A6D}"/>
          </ac:spMkLst>
        </pc:spChg>
        <pc:spChg chg="add del mod">
          <ac:chgData name="DANIEL ALEXANDRE RAMAZZOTTE" userId="da9cca94-9105-482e-b155-cd7f190409a2" providerId="ADAL" clId="{4DBF0956-1C20-4CE2-B598-1C28127E1380}" dt="2026-06-11T18:11:25.980" v="1980" actId="478"/>
          <ac:spMkLst>
            <pc:docMk/>
            <pc:sldMk cId="3784344628" sldId="424"/>
            <ac:spMk id="21" creationId="{3EC975DD-BDF6-F8DD-EB4F-DDFB5FD491CE}"/>
          </ac:spMkLst>
        </pc:spChg>
        <pc:spChg chg="add del">
          <ac:chgData name="DANIEL ALEXANDRE RAMAZZOTTE" userId="da9cca94-9105-482e-b155-cd7f190409a2" providerId="ADAL" clId="{4DBF0956-1C20-4CE2-B598-1C28127E1380}" dt="2026-06-11T18:25:27.427" v="1999" actId="26606"/>
          <ac:spMkLst>
            <pc:docMk/>
            <pc:sldMk cId="3784344628" sldId="424"/>
            <ac:spMk id="24" creationId="{CCE43A84-7EB2-D6D3-1131-C6F913448F7D}"/>
          </ac:spMkLst>
        </pc:spChg>
        <pc:spChg chg="add del">
          <ac:chgData name="DANIEL ALEXANDRE RAMAZZOTTE" userId="da9cca94-9105-482e-b155-cd7f190409a2" providerId="ADAL" clId="{4DBF0956-1C20-4CE2-B598-1C28127E1380}" dt="2026-06-11T18:25:27.427" v="1999" actId="26606"/>
          <ac:spMkLst>
            <pc:docMk/>
            <pc:sldMk cId="3784344628" sldId="424"/>
            <ac:spMk id="26" creationId="{2FACA1AC-FE13-C1C9-40DC-9FE092C3226E}"/>
          </ac:spMkLst>
        </pc:spChg>
        <pc:spChg chg="add del">
          <ac:chgData name="DANIEL ALEXANDRE RAMAZZOTTE" userId="da9cca94-9105-482e-b155-cd7f190409a2" providerId="ADAL" clId="{4DBF0956-1C20-4CE2-B598-1C28127E1380}" dt="2026-06-11T18:25:30.812" v="2001" actId="26606"/>
          <ac:spMkLst>
            <pc:docMk/>
            <pc:sldMk cId="3784344628" sldId="424"/>
            <ac:spMk id="28" creationId="{C6BABAF3-0CCD-E534-83D9-9478B40C3CD1}"/>
          </ac:spMkLst>
        </pc:spChg>
        <pc:spChg chg="add del">
          <ac:chgData name="DANIEL ALEXANDRE RAMAZZOTTE" userId="da9cca94-9105-482e-b155-cd7f190409a2" providerId="ADAL" clId="{4DBF0956-1C20-4CE2-B598-1C28127E1380}" dt="2026-06-11T18:25:30.812" v="2001" actId="26606"/>
          <ac:spMkLst>
            <pc:docMk/>
            <pc:sldMk cId="3784344628" sldId="424"/>
            <ac:spMk id="29" creationId="{7BB32242-1A7F-ECDB-EA45-2DC038E4B778}"/>
          </ac:spMkLst>
        </pc:spChg>
        <pc:spChg chg="add del mod">
          <ac:chgData name="DANIEL ALEXANDRE RAMAZZOTTE" userId="da9cca94-9105-482e-b155-cd7f190409a2" providerId="ADAL" clId="{4DBF0956-1C20-4CE2-B598-1C28127E1380}" dt="2026-06-11T18:25:32.549" v="2003" actId="26606"/>
          <ac:spMkLst>
            <pc:docMk/>
            <pc:sldMk cId="3784344628" sldId="424"/>
            <ac:spMk id="31" creationId="{0EB132F1-F0CA-AE64-6E4D-0943B6D7A25C}"/>
          </ac:spMkLst>
        </pc:spChg>
        <pc:spChg chg="add del mod">
          <ac:chgData name="DANIEL ALEXANDRE RAMAZZOTTE" userId="da9cca94-9105-482e-b155-cd7f190409a2" providerId="ADAL" clId="{4DBF0956-1C20-4CE2-B598-1C28127E1380}" dt="2026-06-11T18:25:32.549" v="2003" actId="26606"/>
          <ac:spMkLst>
            <pc:docMk/>
            <pc:sldMk cId="3784344628" sldId="424"/>
            <ac:spMk id="32" creationId="{A5D2FFB9-9AAD-41AA-61D9-025DCA4C0EBB}"/>
          </ac:spMkLst>
        </pc:spChg>
        <pc:spChg chg="add del mod">
          <ac:chgData name="DANIEL ALEXANDRE RAMAZZOTTE" userId="da9cca94-9105-482e-b155-cd7f190409a2" providerId="ADAL" clId="{4DBF0956-1C20-4CE2-B598-1C28127E1380}" dt="2026-06-11T18:25:33.694" v="2005" actId="26606"/>
          <ac:spMkLst>
            <pc:docMk/>
            <pc:sldMk cId="3784344628" sldId="424"/>
            <ac:spMk id="34" creationId="{999F43A0-E9E2-B2FC-6BEA-4C7EBA67D22B}"/>
          </ac:spMkLst>
        </pc:spChg>
        <pc:spChg chg="add del mod">
          <ac:chgData name="DANIEL ALEXANDRE RAMAZZOTTE" userId="da9cca94-9105-482e-b155-cd7f190409a2" providerId="ADAL" clId="{4DBF0956-1C20-4CE2-B598-1C28127E1380}" dt="2026-06-11T18:25:33.694" v="2005" actId="26606"/>
          <ac:spMkLst>
            <pc:docMk/>
            <pc:sldMk cId="3784344628" sldId="424"/>
            <ac:spMk id="35" creationId="{D3D3E27A-B34B-D4A0-3735-8E7BD41BAB1C}"/>
          </ac:spMkLst>
        </pc:spChg>
        <pc:spChg chg="add del 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7" creationId="{163CE079-5603-2C49-2892-A71BC4BDF0CB}"/>
          </ac:spMkLst>
        </pc:spChg>
        <pc:spChg chg="add del 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8" creationId="{940FE1F3-86BE-C6DD-F772-9226359BE3A8}"/>
          </ac:spMkLst>
        </pc:spChg>
        <pc:spChg chg="add del">
          <ac:chgData name="DANIEL ALEXANDRE RAMAZZOTTE" userId="da9cca94-9105-482e-b155-cd7f190409a2" providerId="ADAL" clId="{4DBF0956-1C20-4CE2-B598-1C28127E1380}" dt="2026-06-11T18:25:36.734" v="2009" actId="26606"/>
          <ac:spMkLst>
            <pc:docMk/>
            <pc:sldMk cId="3784344628" sldId="424"/>
            <ac:spMk id="40" creationId="{F85E5A6B-FDF7-A759-FB25-020AD021747C}"/>
          </ac:spMkLst>
        </pc:spChg>
        <pc:spChg chg="add del">
          <ac:chgData name="DANIEL ALEXANDRE RAMAZZOTTE" userId="da9cca94-9105-482e-b155-cd7f190409a2" providerId="ADAL" clId="{4DBF0956-1C20-4CE2-B598-1C28127E1380}" dt="2026-06-11T18:25:36.734" v="2009" actId="26606"/>
          <ac:spMkLst>
            <pc:docMk/>
            <pc:sldMk cId="3784344628" sldId="424"/>
            <ac:spMk id="41" creationId="{AF2F3117-AA1D-FD3B-428D-52CF64B7EA0D}"/>
          </ac:spMkLst>
        </pc:spChg>
        <pc:spChg chg="add del">
          <ac:chgData name="DANIEL ALEXANDRE RAMAZZOTTE" userId="da9cca94-9105-482e-b155-cd7f190409a2" providerId="ADAL" clId="{4DBF0956-1C20-4CE2-B598-1C28127E1380}" dt="2026-06-11T18:27:00.327" v="2033" actId="478"/>
          <ac:spMkLst>
            <pc:docMk/>
            <pc:sldMk cId="3784344628" sldId="424"/>
            <ac:spMk id="43" creationId="{CCE43A84-7EB2-D6D3-1131-C6F913448F7D}"/>
          </ac:spMkLst>
        </pc:spChg>
        <pc:spChg chg="add">
          <ac:chgData name="DANIEL ALEXANDRE RAMAZZOTTE" userId="da9cca94-9105-482e-b155-cd7f190409a2" providerId="ADAL" clId="{4DBF0956-1C20-4CE2-B598-1C28127E1380}" dt="2026-06-11T18:25:36.884" v="2010" actId="26606"/>
          <ac:spMkLst>
            <pc:docMk/>
            <pc:sldMk cId="3784344628" sldId="424"/>
            <ac:spMk id="44" creationId="{2FACA1AC-FE13-C1C9-40DC-9FE092C3226E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1T18:03:58.263" v="1968" actId="478"/>
          <ac:graphicFrameMkLst>
            <pc:docMk/>
            <pc:sldMk cId="3784344628" sldId="424"/>
            <ac:graphicFrameMk id="5" creationId="{940D0766-63E6-73A4-C525-0C84497F540A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35:22.830" v="2569" actId="1076"/>
          <ac:graphicFrameMkLst>
            <pc:docMk/>
            <pc:sldMk cId="3784344628" sldId="424"/>
            <ac:graphicFrameMk id="7" creationId="{B5273D99-C07F-E2AD-A333-AFC6FDE428C3}"/>
          </ac:graphicFrameMkLst>
        </pc:graphicFrameChg>
        <pc:picChg chg="del">
          <ac:chgData name="DANIEL ALEXANDRE RAMAZZOTTE" userId="da9cca94-9105-482e-b155-cd7f190409a2" providerId="ADAL" clId="{4DBF0956-1C20-4CE2-B598-1C28127E1380}" dt="2026-06-11T17:55:26.642" v="1958" actId="478"/>
          <ac:picMkLst>
            <pc:docMk/>
            <pc:sldMk cId="3784344628" sldId="424"/>
            <ac:picMk id="6" creationId="{04F1FE1C-1452-D045-C3D4-E59189E6A4DC}"/>
          </ac:picMkLst>
        </pc:picChg>
      </pc:sldChg>
      <pc:sldChg chg="addSp delSp modSp add mod">
        <pc:chgData name="DANIEL ALEXANDRE RAMAZZOTTE" userId="da9cca94-9105-482e-b155-cd7f190409a2" providerId="ADAL" clId="{4DBF0956-1C20-4CE2-B598-1C28127E1380}" dt="2026-06-12T13:44:47.152" v="2582" actId="14100"/>
        <pc:sldMkLst>
          <pc:docMk/>
          <pc:sldMk cId="3877714211" sldId="425"/>
        </pc:sldMkLst>
        <pc:spChg chg="add del mod">
          <ac:chgData name="DANIEL ALEXANDRE RAMAZZOTTE" userId="da9cca94-9105-482e-b155-cd7f190409a2" providerId="ADAL" clId="{4DBF0956-1C20-4CE2-B598-1C28127E1380}" dt="2026-06-11T18:24:33.586" v="1997" actId="22"/>
          <ac:spMkLst>
            <pc:docMk/>
            <pc:sldMk cId="3877714211" sldId="425"/>
            <ac:spMk id="3" creationId="{ED53C8E0-8827-86D0-E20C-F4CE76040BCD}"/>
          </ac:spMkLst>
        </pc:spChg>
        <pc:spChg chg="add mod">
          <ac:chgData name="DANIEL ALEXANDRE RAMAZZOTTE" userId="da9cca94-9105-482e-b155-cd7f190409a2" providerId="ADAL" clId="{4DBF0956-1C20-4CE2-B598-1C28127E1380}" dt="2026-06-11T18:29:26.191" v="2039" actId="478"/>
          <ac:spMkLst>
            <pc:docMk/>
            <pc:sldMk cId="3877714211" sldId="425"/>
            <ac:spMk id="8" creationId="{C17C6FAF-A1C1-1EC2-4CB4-5931AB5BECA8}"/>
          </ac:spMkLst>
        </pc:spChg>
        <pc:graphicFrameChg chg="del">
          <ac:chgData name="DANIEL ALEXANDRE RAMAZZOTTE" userId="da9cca94-9105-482e-b155-cd7f190409a2" providerId="ADAL" clId="{4DBF0956-1C20-4CE2-B598-1C28127E1380}" dt="2026-06-11T18:24:32.613" v="1996" actId="478"/>
          <ac:graphicFrameMkLst>
            <pc:docMk/>
            <pc:sldMk cId="3877714211" sldId="425"/>
            <ac:graphicFrameMk id="5" creationId="{18563F4A-7C06-F66E-2397-909B4DAC2047}"/>
          </ac:graphicFrameMkLst>
        </pc:graphicFrameChg>
        <pc:picChg chg="add del mod ord">
          <ac:chgData name="DANIEL ALEXANDRE RAMAZZOTTE" userId="da9cca94-9105-482e-b155-cd7f190409a2" providerId="ADAL" clId="{4DBF0956-1C20-4CE2-B598-1C28127E1380}" dt="2026-06-11T18:29:26.191" v="2039" actId="478"/>
          <ac:picMkLst>
            <pc:docMk/>
            <pc:sldMk cId="3877714211" sldId="425"/>
            <ac:picMk id="6" creationId="{49738A17-5F53-5131-95A9-A64251AC0778}"/>
          </ac:picMkLst>
        </pc:picChg>
        <pc:picChg chg="add mod">
          <ac:chgData name="DANIEL ALEXANDRE RAMAZZOTTE" userId="da9cca94-9105-482e-b155-cd7f190409a2" providerId="ADAL" clId="{4DBF0956-1C20-4CE2-B598-1C28127E1380}" dt="2026-06-12T13:44:47.152" v="2582" actId="14100"/>
          <ac:picMkLst>
            <pc:docMk/>
            <pc:sldMk cId="3877714211" sldId="425"/>
            <ac:picMk id="10" creationId="{D96E1F45-F139-0A5A-228E-5848E11DDD3F}"/>
          </ac:picMkLst>
        </pc:picChg>
      </pc:sldChg>
      <pc:sldChg chg="new del">
        <pc:chgData name="DANIEL ALEXANDRE RAMAZZOTTE" userId="da9cca94-9105-482e-b155-cd7f190409a2" providerId="ADAL" clId="{4DBF0956-1C20-4CE2-B598-1C28127E1380}" dt="2026-06-11T18:26:34.808" v="2021" actId="47"/>
        <pc:sldMkLst>
          <pc:docMk/>
          <pc:sldMk cId="2371154126" sldId="426"/>
        </pc:sldMkLst>
      </pc:sldChg>
      <pc:sldChg chg="addSp delSp modSp new del mod ord">
        <pc:chgData name="DANIEL ALEXANDRE RAMAZZOTTE" userId="da9cca94-9105-482e-b155-cd7f190409a2" providerId="ADAL" clId="{4DBF0956-1C20-4CE2-B598-1C28127E1380}" dt="2026-06-12T12:20:59.336" v="2456" actId="2696"/>
        <pc:sldMkLst>
          <pc:docMk/>
          <pc:sldMk cId="1534704231" sldId="427"/>
        </pc:sldMkLst>
        <pc:spChg chg="del">
          <ac:chgData name="DANIEL ALEXANDRE RAMAZZOTTE" userId="da9cca94-9105-482e-b155-cd7f190409a2" providerId="ADAL" clId="{4DBF0956-1C20-4CE2-B598-1C28127E1380}" dt="2026-06-11T18:26:32.502" v="2020"/>
          <ac:spMkLst>
            <pc:docMk/>
            <pc:sldMk cId="1534704231" sldId="427"/>
            <ac:spMk id="3" creationId="{A0FAB5D4-051B-0D22-36A6-2A55F80439AA}"/>
          </ac:spMkLst>
        </pc:spChg>
        <pc:spChg chg="add del mod">
          <ac:chgData name="DANIEL ALEXANDRE RAMAZZOTTE" userId="da9cca94-9105-482e-b155-cd7f190409a2" providerId="ADAL" clId="{4DBF0956-1C20-4CE2-B598-1C28127E1380}" dt="2026-06-12T12:20:45.397" v="2455"/>
          <ac:spMkLst>
            <pc:docMk/>
            <pc:sldMk cId="1534704231" sldId="427"/>
            <ac:spMk id="5" creationId="{22961599-756E-C1B6-DE9C-2DAFAA066913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2:20:44.241" v="2454" actId="478"/>
          <ac:graphicFrameMkLst>
            <pc:docMk/>
            <pc:sldMk cId="1534704231" sldId="427"/>
            <ac:graphicFrameMk id="4" creationId="{16D2C524-333A-CDD1-34C3-6B4D01FCCD76}"/>
          </ac:graphicFrameMkLst>
        </pc:graphicFrameChg>
        <pc:graphicFrameChg chg="add mod">
          <ac:chgData name="DANIEL ALEXANDRE RAMAZZOTTE" userId="da9cca94-9105-482e-b155-cd7f190409a2" providerId="ADAL" clId="{4DBF0956-1C20-4CE2-B598-1C28127E1380}" dt="2026-06-12T12:20:45.397" v="2455"/>
          <ac:graphicFrameMkLst>
            <pc:docMk/>
            <pc:sldMk cId="1534704231" sldId="427"/>
            <ac:graphicFrameMk id="6" creationId="{6E0A094D-9394-B740-69E7-1FF2D53A35D0}"/>
          </ac:graphicFrameMkLst>
        </pc:graphicFrameChg>
      </pc:sldChg>
      <pc:sldChg chg="delSp modSp new mod">
        <pc:chgData name="DANIEL ALEXANDRE RAMAZZOTTE" userId="da9cca94-9105-482e-b155-cd7f190409a2" providerId="ADAL" clId="{4DBF0956-1C20-4CE2-B598-1C28127E1380}" dt="2026-06-12T12:47:20.535" v="2539" actId="20577"/>
        <pc:sldMkLst>
          <pc:docMk/>
          <pc:sldMk cId="2519627834" sldId="428"/>
        </pc:sldMkLst>
        <pc:spChg chg="mod">
          <ac:chgData name="DANIEL ALEXANDRE RAMAZZOTTE" userId="da9cca94-9105-482e-b155-cd7f190409a2" providerId="ADAL" clId="{4DBF0956-1C20-4CE2-B598-1C28127E1380}" dt="2026-06-12T12:47:20.535" v="2539" actId="20577"/>
          <ac:spMkLst>
            <pc:docMk/>
            <pc:sldMk cId="2519627834" sldId="428"/>
            <ac:spMk id="2" creationId="{03C2AA07-DA56-4F33-3F1F-2F8B29B23F97}"/>
          </ac:spMkLst>
        </pc:spChg>
        <pc:spChg chg="del mod">
          <ac:chgData name="DANIEL ALEXANDRE RAMAZZOTTE" userId="da9cca94-9105-482e-b155-cd7f190409a2" providerId="ADAL" clId="{4DBF0956-1C20-4CE2-B598-1C28127E1380}" dt="2026-06-11T18:37:46.025" v="2049" actId="478"/>
          <ac:spMkLst>
            <pc:docMk/>
            <pc:sldMk cId="2519627834" sldId="428"/>
            <ac:spMk id="3" creationId="{29644984-3BE4-049F-7B17-AA7A99E9ADE6}"/>
          </ac:spMkLst>
        </pc:spChg>
        <pc:spChg chg="mod">
          <ac:chgData name="DANIEL ALEXANDRE RAMAZZOTTE" userId="da9cca94-9105-482e-b155-cd7f190409a2" providerId="ADAL" clId="{4DBF0956-1C20-4CE2-B598-1C28127E1380}" dt="2026-06-11T19:41:42.178" v="2155" actId="20577"/>
          <ac:spMkLst>
            <pc:docMk/>
            <pc:sldMk cId="2519627834" sldId="428"/>
            <ac:spMk id="4" creationId="{8A66143D-E8DC-7905-9F05-36F6DF02DC81}"/>
          </ac:spMkLst>
        </pc:spChg>
        <pc:spChg chg="del">
          <ac:chgData name="DANIEL ALEXANDRE RAMAZZOTTE" userId="da9cca94-9105-482e-b155-cd7f190409a2" providerId="ADAL" clId="{4DBF0956-1C20-4CE2-B598-1C28127E1380}" dt="2026-06-11T18:37:47.803" v="2050" actId="478"/>
          <ac:spMkLst>
            <pc:docMk/>
            <pc:sldMk cId="2519627834" sldId="428"/>
            <ac:spMk id="6" creationId="{2AC60C7E-DA97-0835-806D-0732798191B7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03:00.822" v="2069" actId="47"/>
        <pc:sldMkLst>
          <pc:docMk/>
          <pc:sldMk cId="1782072169" sldId="429"/>
        </pc:sldMkLst>
      </pc:sldChg>
      <pc:sldChg chg="modSp add del mod ord">
        <pc:chgData name="DANIEL ALEXANDRE RAMAZZOTTE" userId="da9cca94-9105-482e-b155-cd7f190409a2" providerId="ADAL" clId="{4DBF0956-1C20-4CE2-B598-1C28127E1380}" dt="2026-06-12T14:08:14.982" v="2738" actId="47"/>
        <pc:sldMkLst>
          <pc:docMk/>
          <pc:sldMk cId="2600425090" sldId="429"/>
        </pc:sldMkLst>
        <pc:spChg chg="mod">
          <ac:chgData name="DANIEL ALEXANDRE RAMAZZOTTE" userId="da9cca94-9105-482e-b155-cd7f190409a2" providerId="ADAL" clId="{4DBF0956-1C20-4CE2-B598-1C28127E1380}" dt="2026-06-12T14:06:49.982" v="2711" actId="20577"/>
          <ac:spMkLst>
            <pc:docMk/>
            <pc:sldMk cId="2600425090" sldId="429"/>
            <ac:spMk id="2" creationId="{772EAF36-5FED-97B2-002F-5D48DDC49B9B}"/>
          </ac:spMkLst>
        </pc:spChg>
        <pc:spChg chg="mod">
          <ac:chgData name="DANIEL ALEXANDRE RAMAZZOTTE" userId="da9cca94-9105-482e-b155-cd7f190409a2" providerId="ADAL" clId="{4DBF0956-1C20-4CE2-B598-1C28127E1380}" dt="2026-06-11T20:04:41.231" v="2358" actId="20577"/>
          <ac:spMkLst>
            <pc:docMk/>
            <pc:sldMk cId="2600425090" sldId="429"/>
            <ac:spMk id="4" creationId="{F63D0C2C-732D-B5D2-6881-7DAC36A00243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47:23.571" v="2540"/>
        <pc:sldMkLst>
          <pc:docMk/>
          <pc:sldMk cId="25023325" sldId="430"/>
        </pc:sldMkLst>
        <pc:spChg chg="mod">
          <ac:chgData name="DANIEL ALEXANDRE RAMAZZOTTE" userId="da9cca94-9105-482e-b155-cd7f190409a2" providerId="ADAL" clId="{4DBF0956-1C20-4CE2-B598-1C28127E1380}" dt="2026-06-12T12:47:23.571" v="2540"/>
          <ac:spMkLst>
            <pc:docMk/>
            <pc:sldMk cId="25023325" sldId="430"/>
            <ac:spMk id="2" creationId="{B30B2F51-6D1D-D54F-982F-D5CF7D86B202}"/>
          </ac:spMkLst>
        </pc:spChg>
        <pc:spChg chg="mod">
          <ac:chgData name="DANIEL ALEXANDRE RAMAZZOTTE" userId="da9cca94-9105-482e-b155-cd7f190409a2" providerId="ADAL" clId="{4DBF0956-1C20-4CE2-B598-1C28127E1380}" dt="2026-06-11T19:48:15.122" v="2291" actId="20577"/>
          <ac:spMkLst>
            <pc:docMk/>
            <pc:sldMk cId="25023325" sldId="430"/>
            <ac:spMk id="4" creationId="{E8051306-F38D-B03A-F955-F3E5FE8D24B3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43:40.651" v="2213" actId="47"/>
        <pc:sldMkLst>
          <pc:docMk/>
          <pc:sldMk cId="201508134" sldId="431"/>
        </pc:sldMkLst>
      </pc:sldChg>
      <pc:sldChg chg="modSp add mod">
        <pc:chgData name="DANIEL ALEXANDRE RAMAZZOTTE" userId="da9cca94-9105-482e-b155-cd7f190409a2" providerId="ADAL" clId="{4DBF0956-1C20-4CE2-B598-1C28127E1380}" dt="2026-06-12T12:47:25.356" v="2541"/>
        <pc:sldMkLst>
          <pc:docMk/>
          <pc:sldMk cId="823026998" sldId="432"/>
        </pc:sldMkLst>
        <pc:spChg chg="mod">
          <ac:chgData name="DANIEL ALEXANDRE RAMAZZOTTE" userId="da9cca94-9105-482e-b155-cd7f190409a2" providerId="ADAL" clId="{4DBF0956-1C20-4CE2-B598-1C28127E1380}" dt="2026-06-12T12:47:25.356" v="2541"/>
          <ac:spMkLst>
            <pc:docMk/>
            <pc:sldMk cId="823026998" sldId="432"/>
            <ac:spMk id="2" creationId="{E3AA6B0C-8AA2-47E9-A164-0C00564BC0E1}"/>
          </ac:spMkLst>
        </pc:spChg>
        <pc:spChg chg="mod">
          <ac:chgData name="DANIEL ALEXANDRE RAMAZZOTTE" userId="da9cca94-9105-482e-b155-cd7f190409a2" providerId="ADAL" clId="{4DBF0956-1C20-4CE2-B598-1C28127E1380}" dt="2026-06-11T19:44:32.361" v="2254" actId="20577"/>
          <ac:spMkLst>
            <pc:docMk/>
            <pc:sldMk cId="823026998" sldId="432"/>
            <ac:spMk id="4" creationId="{3001E99D-0C94-2627-1D8C-8FF1ED86409A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44:41.143" v="2257" actId="47"/>
        <pc:sldMkLst>
          <pc:docMk/>
          <pc:sldMk cId="102129438" sldId="433"/>
        </pc:sldMkLst>
      </pc:sldChg>
      <pc:sldChg chg="modSp add mod">
        <pc:chgData name="DANIEL ALEXANDRE RAMAZZOTTE" userId="da9cca94-9105-482e-b155-cd7f190409a2" providerId="ADAL" clId="{4DBF0956-1C20-4CE2-B598-1C28127E1380}" dt="2026-06-12T12:47:27.504" v="2542"/>
        <pc:sldMkLst>
          <pc:docMk/>
          <pc:sldMk cId="2596817215" sldId="434"/>
        </pc:sldMkLst>
        <pc:spChg chg="mod">
          <ac:chgData name="DANIEL ALEXANDRE RAMAZZOTTE" userId="da9cca94-9105-482e-b155-cd7f190409a2" providerId="ADAL" clId="{4DBF0956-1C20-4CE2-B598-1C28127E1380}" dt="2026-06-12T12:47:27.504" v="2542"/>
          <ac:spMkLst>
            <pc:docMk/>
            <pc:sldMk cId="2596817215" sldId="434"/>
            <ac:spMk id="2" creationId="{434D5B58-0489-A814-93F3-95C481D14A6A}"/>
          </ac:spMkLst>
        </pc:spChg>
        <pc:spChg chg="mod">
          <ac:chgData name="DANIEL ALEXANDRE RAMAZZOTTE" userId="da9cca94-9105-482e-b155-cd7f190409a2" providerId="ADAL" clId="{4DBF0956-1C20-4CE2-B598-1C28127E1380}" dt="2026-06-11T19:48:29.154" v="2293" actId="20577"/>
          <ac:spMkLst>
            <pc:docMk/>
            <pc:sldMk cId="2596817215" sldId="434"/>
            <ac:spMk id="4" creationId="{E4152668-BC9E-F8B2-0129-211660FEECA0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47:29.033" v="2543"/>
        <pc:sldMkLst>
          <pc:docMk/>
          <pc:sldMk cId="3592265997" sldId="435"/>
        </pc:sldMkLst>
        <pc:spChg chg="mod">
          <ac:chgData name="DANIEL ALEXANDRE RAMAZZOTTE" userId="da9cca94-9105-482e-b155-cd7f190409a2" providerId="ADAL" clId="{4DBF0956-1C20-4CE2-B598-1C28127E1380}" dt="2026-06-12T12:47:29.033" v="2543"/>
          <ac:spMkLst>
            <pc:docMk/>
            <pc:sldMk cId="3592265997" sldId="435"/>
            <ac:spMk id="2" creationId="{037AC2C3-77D6-E8EE-5FD0-A968946D85C9}"/>
          </ac:spMkLst>
        </pc:spChg>
        <pc:spChg chg="mod">
          <ac:chgData name="DANIEL ALEXANDRE RAMAZZOTTE" userId="da9cca94-9105-482e-b155-cd7f190409a2" providerId="ADAL" clId="{4DBF0956-1C20-4CE2-B598-1C28127E1380}" dt="2026-06-11T19:50:42.569" v="2354" actId="20577"/>
          <ac:spMkLst>
            <pc:docMk/>
            <pc:sldMk cId="3592265997" sldId="435"/>
            <ac:spMk id="4" creationId="{A7560FE7-AB3F-E0D7-E237-24F99EDBE398}"/>
          </ac:spMkLst>
        </pc:spChg>
      </pc:sldChg>
      <pc:sldChg chg="modSp add del mod ord">
        <pc:chgData name="DANIEL ALEXANDRE RAMAZZOTTE" userId="da9cca94-9105-482e-b155-cd7f190409a2" providerId="ADAL" clId="{4DBF0956-1C20-4CE2-B598-1C28127E1380}" dt="2026-06-12T12:01:28.120" v="2382" actId="47"/>
        <pc:sldMkLst>
          <pc:docMk/>
          <pc:sldMk cId="4187888190" sldId="436"/>
        </pc:sldMkLst>
        <pc:spChg chg="mod">
          <ac:chgData name="DANIEL ALEXANDRE RAMAZZOTTE" userId="da9cca94-9105-482e-b155-cd7f190409a2" providerId="ADAL" clId="{4DBF0956-1C20-4CE2-B598-1C28127E1380}" dt="2026-06-12T12:00:51.233" v="2372" actId="20577"/>
          <ac:spMkLst>
            <pc:docMk/>
            <pc:sldMk cId="4187888190" sldId="436"/>
            <ac:spMk id="2" creationId="{ADE2FB74-D135-87E5-1A49-59C5510D8943}"/>
          </ac:spMkLst>
        </pc:spChg>
        <pc:spChg chg="mod">
          <ac:chgData name="DANIEL ALEXANDRE RAMAZZOTTE" userId="da9cca94-9105-482e-b155-cd7f190409a2" providerId="ADAL" clId="{4DBF0956-1C20-4CE2-B598-1C28127E1380}" dt="2026-06-12T12:01:00.773" v="2380" actId="5793"/>
          <ac:spMkLst>
            <pc:docMk/>
            <pc:sldMk cId="4187888190" sldId="436"/>
            <ac:spMk id="4" creationId="{3449AD0F-DBCA-0253-2884-D219A03986BE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02:22.606" v="2406" actId="20577"/>
        <pc:sldMkLst>
          <pc:docMk/>
          <pc:sldMk cId="680324291" sldId="437"/>
        </pc:sldMkLst>
        <pc:spChg chg="mod">
          <ac:chgData name="DANIEL ALEXANDRE RAMAZZOTTE" userId="da9cca94-9105-482e-b155-cd7f190409a2" providerId="ADAL" clId="{4DBF0956-1C20-4CE2-B598-1C28127E1380}" dt="2026-06-12T12:02:22.606" v="2406" actId="20577"/>
          <ac:spMkLst>
            <pc:docMk/>
            <pc:sldMk cId="680324291" sldId="437"/>
            <ac:spMk id="3" creationId="{0D9921DF-4880-8B78-6078-4FB8E4369934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02:29.086" v="2421" actId="20577"/>
        <pc:sldMkLst>
          <pc:docMk/>
          <pc:sldMk cId="3062545816" sldId="438"/>
        </pc:sldMkLst>
        <pc:spChg chg="mod">
          <ac:chgData name="DANIEL ALEXANDRE RAMAZZOTTE" userId="da9cca94-9105-482e-b155-cd7f190409a2" providerId="ADAL" clId="{4DBF0956-1C20-4CE2-B598-1C28127E1380}" dt="2026-06-12T12:02:29.086" v="2421" actId="20577"/>
          <ac:spMkLst>
            <pc:docMk/>
            <pc:sldMk cId="3062545816" sldId="438"/>
            <ac:spMk id="3" creationId="{C435F349-DB14-4F41-2985-5E8F6B0628B6}"/>
          </ac:spMkLst>
        </pc:spChg>
      </pc:sldChg>
      <pc:sldChg chg="add del ord">
        <pc:chgData name="DANIEL ALEXANDRE RAMAZZOTTE" userId="da9cca94-9105-482e-b155-cd7f190409a2" providerId="ADAL" clId="{4DBF0956-1C20-4CE2-B598-1C28127E1380}" dt="2026-06-12T12:02:42.837" v="2425" actId="47"/>
        <pc:sldMkLst>
          <pc:docMk/>
          <pc:sldMk cId="3695502988" sldId="439"/>
        </pc:sldMkLst>
      </pc:sldChg>
      <pc:sldChg chg="addSp delSp modSp add mod ord">
        <pc:chgData name="DANIEL ALEXANDRE RAMAZZOTTE" userId="da9cca94-9105-482e-b155-cd7f190409a2" providerId="ADAL" clId="{4DBF0956-1C20-4CE2-B598-1C28127E1380}" dt="2026-06-12T14:34:04.407" v="2970" actId="22"/>
        <pc:sldMkLst>
          <pc:docMk/>
          <pc:sldMk cId="3927881867" sldId="439"/>
        </pc:sldMkLst>
        <pc:spChg chg="mod">
          <ac:chgData name="DANIEL ALEXANDRE RAMAZZOTTE" userId="da9cca94-9105-482e-b155-cd7f190409a2" providerId="ADAL" clId="{4DBF0956-1C20-4CE2-B598-1C28127E1380}" dt="2026-06-12T12:02:53.216" v="2430" actId="27636"/>
          <ac:spMkLst>
            <pc:docMk/>
            <pc:sldMk cId="3927881867" sldId="439"/>
            <ac:spMk id="4" creationId="{635408B0-9056-73F1-1AF2-308306E8BC18}"/>
          </ac:spMkLst>
        </pc:spChg>
        <pc:graphicFrameChg chg="add mod">
          <ac:chgData name="DANIEL ALEXANDRE RAMAZZOTTE" userId="da9cca94-9105-482e-b155-cd7f190409a2" providerId="ADAL" clId="{4DBF0956-1C20-4CE2-B598-1C28127E1380}" dt="2026-06-12T12:07:14.526" v="2431"/>
          <ac:graphicFrameMkLst>
            <pc:docMk/>
            <pc:sldMk cId="3927881867" sldId="439"/>
            <ac:graphicFrameMk id="3" creationId="{C6AC2AD5-3ECF-2957-98D0-859A27742AB5}"/>
          </ac:graphicFrameMkLst>
        </pc:graphicFrameChg>
        <pc:picChg chg="add">
          <ac:chgData name="DANIEL ALEXANDRE RAMAZZOTTE" userId="da9cca94-9105-482e-b155-cd7f190409a2" providerId="ADAL" clId="{4DBF0956-1C20-4CE2-B598-1C28127E1380}" dt="2026-06-12T14:34:04.407" v="2970" actId="22"/>
          <ac:picMkLst>
            <pc:docMk/>
            <pc:sldMk cId="3927881867" sldId="439"/>
            <ac:picMk id="6" creationId="{96847EB9-774C-C9B0-9D90-79DE9E833278}"/>
          </ac:picMkLst>
        </pc:picChg>
        <pc:picChg chg="add del mod">
          <ac:chgData name="DANIEL ALEXANDRE RAMAZZOTTE" userId="da9cca94-9105-482e-b155-cd7f190409a2" providerId="ADAL" clId="{4DBF0956-1C20-4CE2-B598-1C28127E1380}" dt="2026-06-12T14:34:03.992" v="2969" actId="478"/>
          <ac:picMkLst>
            <pc:docMk/>
            <pc:sldMk cId="3927881867" sldId="439"/>
            <ac:picMk id="7" creationId="{A0DB9AC5-63AF-2834-D18E-23250D5E8D25}"/>
          </ac:picMkLst>
        </pc:picChg>
      </pc:sldChg>
      <pc:sldChg chg="addSp delSp modSp add mod modClrScheme chgLayout">
        <pc:chgData name="DANIEL ALEXANDRE RAMAZZOTTE" userId="da9cca94-9105-482e-b155-cd7f190409a2" providerId="ADAL" clId="{4DBF0956-1C20-4CE2-B598-1C28127E1380}" dt="2026-06-12T12:21:44.951" v="2466" actId="1076"/>
        <pc:sldMkLst>
          <pc:docMk/>
          <pc:sldMk cId="2548207593" sldId="440"/>
        </pc:sldMkLst>
        <pc:spChg chg="del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2" creationId="{8D9D73A6-E3EF-0F47-CACF-76EC6720091C}"/>
          </ac:spMkLst>
        </pc:spChg>
        <pc:spChg chg="mod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4" creationId="{684DB5F0-4214-57AB-8DDD-6FC21CD2BFA2}"/>
          </ac:spMkLst>
        </pc:spChg>
        <pc:spChg chg="del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5" creationId="{3051C9CB-872E-3693-FF5B-D7254DD20C69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2:16:57.485" v="2439" actId="478"/>
          <ac:graphicFrameMkLst>
            <pc:docMk/>
            <pc:sldMk cId="2548207593" sldId="440"/>
            <ac:graphicFrameMk id="3" creationId="{F0FD618C-DAA2-3A29-6522-DC5DD185D073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2:21:44.951" v="2466" actId="1076"/>
          <ac:graphicFrameMkLst>
            <pc:docMk/>
            <pc:sldMk cId="2548207593" sldId="440"/>
            <ac:graphicFrameMk id="6" creationId="{A20CAD7C-4704-CCC3-BE8C-E8716AFAE39C}"/>
          </ac:graphicFrameMkLst>
        </pc:graphicFrameChg>
      </pc:sldChg>
      <pc:sldChg chg="addSp delSp modSp add mod ord">
        <pc:chgData name="DANIEL ALEXANDRE RAMAZZOTTE" userId="da9cca94-9105-482e-b155-cd7f190409a2" providerId="ADAL" clId="{4DBF0956-1C20-4CE2-B598-1C28127E1380}" dt="2026-06-12T12:21:40.012" v="2465" actId="1076"/>
        <pc:sldMkLst>
          <pc:docMk/>
          <pc:sldMk cId="3337214207" sldId="441"/>
        </pc:sldMkLst>
        <pc:graphicFrameChg chg="add mod">
          <ac:chgData name="DANIEL ALEXANDRE RAMAZZOTTE" userId="da9cca94-9105-482e-b155-cd7f190409a2" providerId="ADAL" clId="{4DBF0956-1C20-4CE2-B598-1C28127E1380}" dt="2026-06-12T12:21:40.012" v="2465" actId="1076"/>
          <ac:graphicFrameMkLst>
            <pc:docMk/>
            <pc:sldMk cId="3337214207" sldId="441"/>
            <ac:graphicFrameMk id="2" creationId="{733E7901-18FB-F16B-75EF-83B89EE6B4EB}"/>
          </ac:graphicFrameMkLst>
        </pc:graphicFrameChg>
        <pc:graphicFrameChg chg="del modGraphic">
          <ac:chgData name="DANIEL ALEXANDRE RAMAZZOTTE" userId="da9cca94-9105-482e-b155-cd7f190409a2" providerId="ADAL" clId="{4DBF0956-1C20-4CE2-B598-1C28127E1380}" dt="2026-06-12T12:21:10.733" v="2460" actId="478"/>
          <ac:graphicFrameMkLst>
            <pc:docMk/>
            <pc:sldMk cId="3337214207" sldId="441"/>
            <ac:graphicFrameMk id="6" creationId="{8E2E39CD-501D-1CE4-06D5-D155BD14AF9A}"/>
          </ac:graphicFrameMkLst>
        </pc:graphicFrameChg>
      </pc:sldChg>
      <pc:sldChg chg="delSp add del mod">
        <pc:chgData name="DANIEL ALEXANDRE RAMAZZOTTE" userId="da9cca94-9105-482e-b155-cd7f190409a2" providerId="ADAL" clId="{4DBF0956-1C20-4CE2-B598-1C28127E1380}" dt="2026-06-12T12:34:19.832" v="2474" actId="47"/>
        <pc:sldMkLst>
          <pc:docMk/>
          <pc:sldMk cId="3917554907" sldId="442"/>
        </pc:sldMkLst>
        <pc:picChg chg="del">
          <ac:chgData name="DANIEL ALEXANDRE RAMAZZOTTE" userId="da9cca94-9105-482e-b155-cd7f190409a2" providerId="ADAL" clId="{4DBF0956-1C20-4CE2-B598-1C28127E1380}" dt="2026-06-12T12:23:46.122" v="2470" actId="478"/>
          <ac:picMkLst>
            <pc:docMk/>
            <pc:sldMk cId="3917554907" sldId="442"/>
            <ac:picMk id="6" creationId="{57573915-C9F5-5FEC-EC3B-B9703A7AF56A}"/>
          </ac:picMkLst>
        </pc:picChg>
      </pc:sldChg>
      <pc:sldChg chg="addSp delSp add mod">
        <pc:chgData name="DANIEL ALEXANDRE RAMAZZOTTE" userId="da9cca94-9105-482e-b155-cd7f190409a2" providerId="ADAL" clId="{4DBF0956-1C20-4CE2-B598-1C28127E1380}" dt="2026-06-12T12:34:15.690" v="2473" actId="22"/>
        <pc:sldMkLst>
          <pc:docMk/>
          <pc:sldMk cId="3623240769" sldId="443"/>
        </pc:sldMkLst>
        <pc:picChg chg="del">
          <ac:chgData name="DANIEL ALEXANDRE RAMAZZOTTE" userId="da9cca94-9105-482e-b155-cd7f190409a2" providerId="ADAL" clId="{4DBF0956-1C20-4CE2-B598-1C28127E1380}" dt="2026-06-12T12:34:14.849" v="2472" actId="478"/>
          <ac:picMkLst>
            <pc:docMk/>
            <pc:sldMk cId="3623240769" sldId="443"/>
            <ac:picMk id="6" creationId="{D458FE5A-7BC3-F51C-6E44-A82FEA1EF4F4}"/>
          </ac:picMkLst>
        </pc:picChg>
        <pc:picChg chg="add">
          <ac:chgData name="DANIEL ALEXANDRE RAMAZZOTTE" userId="da9cca94-9105-482e-b155-cd7f190409a2" providerId="ADAL" clId="{4DBF0956-1C20-4CE2-B598-1C28127E1380}" dt="2026-06-12T12:34:15.690" v="2473" actId="22"/>
          <ac:picMkLst>
            <pc:docMk/>
            <pc:sldMk cId="3623240769" sldId="443"/>
            <ac:picMk id="7" creationId="{CFE789C9-FE8A-5921-5AD7-26A8FCD9C45F}"/>
          </ac:picMkLst>
        </pc:picChg>
      </pc:sldChg>
      <pc:sldChg chg="addSp delSp modSp new mod">
        <pc:chgData name="DANIEL ALEXANDRE RAMAZZOTTE" userId="da9cca94-9105-482e-b155-cd7f190409a2" providerId="ADAL" clId="{4DBF0956-1C20-4CE2-B598-1C28127E1380}" dt="2026-06-12T13:05:13.485" v="2565" actId="255"/>
        <pc:sldMkLst>
          <pc:docMk/>
          <pc:sldMk cId="693370138" sldId="444"/>
        </pc:sldMkLst>
        <pc:spChg chg="del">
          <ac:chgData name="DANIEL ALEXANDRE RAMAZZOTTE" userId="da9cca94-9105-482e-b155-cd7f190409a2" providerId="ADAL" clId="{4DBF0956-1C20-4CE2-B598-1C28127E1380}" dt="2026-06-12T12:44:39.238" v="2490" actId="478"/>
          <ac:spMkLst>
            <pc:docMk/>
            <pc:sldMk cId="693370138" sldId="444"/>
            <ac:spMk id="2" creationId="{301E1CE7-82E1-DC4D-1277-75F7D4BD656F}"/>
          </ac:spMkLst>
        </pc:spChg>
        <pc:spChg chg="add del">
          <ac:chgData name="DANIEL ALEXANDRE RAMAZZOTTE" userId="da9cca94-9105-482e-b155-cd7f190409a2" providerId="ADAL" clId="{4DBF0956-1C20-4CE2-B598-1C28127E1380}" dt="2026-06-12T12:44:11.899" v="2482"/>
          <ac:spMkLst>
            <pc:docMk/>
            <pc:sldMk cId="693370138" sldId="444"/>
            <ac:spMk id="3" creationId="{3984BAE1-E907-47AA-2478-66F0344E9B20}"/>
          </ac:spMkLst>
        </pc:spChg>
        <pc:spChg chg="del mod">
          <ac:chgData name="DANIEL ALEXANDRE RAMAZZOTTE" userId="da9cca94-9105-482e-b155-cd7f190409a2" providerId="ADAL" clId="{4DBF0956-1C20-4CE2-B598-1C28127E1380}" dt="2026-06-12T12:44:38.465" v="2489" actId="478"/>
          <ac:spMkLst>
            <pc:docMk/>
            <pc:sldMk cId="693370138" sldId="444"/>
            <ac:spMk id="4" creationId="{28BA9C3D-9C0C-B179-6AC1-89BCFF9C2818}"/>
          </ac:spMkLst>
        </pc:spChg>
        <pc:graphicFrameChg chg="add mod modGraphic">
          <ac:chgData name="DANIEL ALEXANDRE RAMAZZOTTE" userId="da9cca94-9105-482e-b155-cd7f190409a2" providerId="ADAL" clId="{4DBF0956-1C20-4CE2-B598-1C28127E1380}" dt="2026-06-12T12:43:49.626" v="2481"/>
          <ac:graphicFrameMkLst>
            <pc:docMk/>
            <pc:sldMk cId="693370138" sldId="444"/>
            <ac:graphicFrameMk id="5" creationId="{B5149756-5994-063B-09EE-6256FA8163F3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05:13.485" v="2565" actId="255"/>
          <ac:graphicFrameMkLst>
            <pc:docMk/>
            <pc:sldMk cId="693370138" sldId="444"/>
            <ac:graphicFrameMk id="6" creationId="{D662E709-1467-A5C3-21CB-98F49D2FAE69}"/>
          </ac:graphicFrameMkLst>
        </pc:graphicFrameChg>
      </pc:sldChg>
      <pc:sldChg chg="add del">
        <pc:chgData name="DANIEL ALEXANDRE RAMAZZOTTE" userId="da9cca94-9105-482e-b155-cd7f190409a2" providerId="ADAL" clId="{4DBF0956-1C20-4CE2-B598-1C28127E1380}" dt="2026-06-12T12:54:15.048" v="2545" actId="2890"/>
        <pc:sldMkLst>
          <pc:docMk/>
          <pc:sldMk cId="1760850398" sldId="445"/>
        </pc:sldMkLst>
      </pc:sldChg>
      <pc:sldChg chg="addSp delSp modSp add mod">
        <pc:chgData name="DANIEL ALEXANDRE RAMAZZOTTE" userId="da9cca94-9105-482e-b155-cd7f190409a2" providerId="ADAL" clId="{4DBF0956-1C20-4CE2-B598-1C28127E1380}" dt="2026-06-12T13:58:33.422" v="2648" actId="14100"/>
        <pc:sldMkLst>
          <pc:docMk/>
          <pc:sldMk cId="2332542207" sldId="445"/>
        </pc:sldMkLst>
        <pc:spChg chg="del mod">
          <ac:chgData name="DANIEL ALEXANDRE RAMAZZOTTE" userId="da9cca94-9105-482e-b155-cd7f190409a2" providerId="ADAL" clId="{4DBF0956-1C20-4CE2-B598-1C28127E1380}" dt="2026-06-12T13:04:07.933" v="2552"/>
          <ac:spMkLst>
            <pc:docMk/>
            <pc:sldMk cId="2332542207" sldId="445"/>
            <ac:spMk id="8" creationId="{851288A8-08BE-0E43-C90C-A57C6E2F1AB3}"/>
          </ac:spMkLst>
        </pc:spChg>
        <pc:graphicFrameChg chg="add mod modGraphic">
          <ac:chgData name="DANIEL ALEXANDRE RAMAZZOTTE" userId="da9cca94-9105-482e-b155-cd7f190409a2" providerId="ADAL" clId="{4DBF0956-1C20-4CE2-B598-1C28127E1380}" dt="2026-06-12T13:58:33.422" v="2648" actId="14100"/>
          <ac:graphicFrameMkLst>
            <pc:docMk/>
            <pc:sldMk cId="2332542207" sldId="445"/>
            <ac:graphicFrameMk id="2" creationId="{ABBC11D9-24FC-609B-1341-E6CA0CD6E66A}"/>
          </ac:graphicFrameMkLst>
        </pc:graphicFrameChg>
        <pc:picChg chg="del">
          <ac:chgData name="DANIEL ALEXANDRE RAMAZZOTTE" userId="da9cca94-9105-482e-b155-cd7f190409a2" providerId="ADAL" clId="{4DBF0956-1C20-4CE2-B598-1C28127E1380}" dt="2026-06-12T12:54:19.448" v="2547" actId="478"/>
          <ac:picMkLst>
            <pc:docMk/>
            <pc:sldMk cId="2332542207" sldId="445"/>
            <ac:picMk id="10" creationId="{29350D82-3C02-7305-0221-CAC42DFB2B6D}"/>
          </ac:picMkLst>
        </pc:picChg>
      </pc:sldChg>
      <pc:sldChg chg="addSp delSp add mod">
        <pc:chgData name="DANIEL ALEXANDRE RAMAZZOTTE" userId="da9cca94-9105-482e-b155-cd7f190409a2" providerId="ADAL" clId="{4DBF0956-1C20-4CE2-B598-1C28127E1380}" dt="2026-06-12T13:42:17.376" v="2577" actId="22"/>
        <pc:sldMkLst>
          <pc:docMk/>
          <pc:sldMk cId="4292749179" sldId="446"/>
        </pc:sldMkLst>
        <pc:picChg chg="add del">
          <ac:chgData name="DANIEL ALEXANDRE RAMAZZOTTE" userId="da9cca94-9105-482e-b155-cd7f190409a2" providerId="ADAL" clId="{4DBF0956-1C20-4CE2-B598-1C28127E1380}" dt="2026-06-12T13:42:14.347" v="2576" actId="478"/>
          <ac:picMkLst>
            <pc:docMk/>
            <pc:sldMk cId="4292749179" sldId="446"/>
            <ac:picMk id="3" creationId="{0E889669-01D2-E19E-20BF-A39AC58D58D6}"/>
          </ac:picMkLst>
        </pc:picChg>
        <pc:picChg chg="add">
          <ac:chgData name="DANIEL ALEXANDRE RAMAZZOTTE" userId="da9cca94-9105-482e-b155-cd7f190409a2" providerId="ADAL" clId="{4DBF0956-1C20-4CE2-B598-1C28127E1380}" dt="2026-06-12T13:42:17.376" v="2577" actId="22"/>
          <ac:picMkLst>
            <pc:docMk/>
            <pc:sldMk cId="4292749179" sldId="446"/>
            <ac:picMk id="5" creationId="{A789EF0A-6A87-A395-5D27-F893FCE491AD}"/>
          </ac:picMkLst>
        </pc:picChg>
        <pc:picChg chg="del">
          <ac:chgData name="DANIEL ALEXANDRE RAMAZZOTTE" userId="da9cca94-9105-482e-b155-cd7f190409a2" providerId="ADAL" clId="{4DBF0956-1C20-4CE2-B598-1C28127E1380}" dt="2026-06-12T13:32:35.594" v="2567" actId="478"/>
          <ac:picMkLst>
            <pc:docMk/>
            <pc:sldMk cId="4292749179" sldId="446"/>
            <ac:picMk id="10" creationId="{95EA548C-9FA1-C34C-FE19-494DB478FB6A}"/>
          </ac:picMkLst>
        </pc:picChg>
      </pc:sldChg>
      <pc:sldChg chg="addSp delSp modSp add mod">
        <pc:chgData name="DANIEL ALEXANDRE RAMAZZOTTE" userId="da9cca94-9105-482e-b155-cd7f190409a2" providerId="ADAL" clId="{4DBF0956-1C20-4CE2-B598-1C28127E1380}" dt="2026-06-12T13:44:54.656" v="2583" actId="1076"/>
        <pc:sldMkLst>
          <pc:docMk/>
          <pc:sldMk cId="3015926293" sldId="447"/>
        </pc:sldMkLst>
        <pc:graphicFrameChg chg="del">
          <ac:chgData name="DANIEL ALEXANDRE RAMAZZOTTE" userId="da9cca94-9105-482e-b155-cd7f190409a2" providerId="ADAL" clId="{4DBF0956-1C20-4CE2-B598-1C28127E1380}" dt="2026-06-12T13:44:31.732" v="2579" actId="478"/>
          <ac:graphicFrameMkLst>
            <pc:docMk/>
            <pc:sldMk cId="3015926293" sldId="447"/>
            <ac:graphicFrameMk id="6" creationId="{3E629B8A-1766-2279-F359-78FD9C997A65}"/>
          </ac:graphicFrameMkLst>
        </pc:graphicFrameChg>
        <pc:picChg chg="add mod">
          <ac:chgData name="DANIEL ALEXANDRE RAMAZZOTTE" userId="da9cca94-9105-482e-b155-cd7f190409a2" providerId="ADAL" clId="{4DBF0956-1C20-4CE2-B598-1C28127E1380}" dt="2026-06-12T13:44:54.656" v="2583" actId="1076"/>
          <ac:picMkLst>
            <pc:docMk/>
            <pc:sldMk cId="3015926293" sldId="447"/>
            <ac:picMk id="3" creationId="{227348E7-F4B3-D554-91BB-8DDEFC6C27A0}"/>
          </ac:picMkLst>
        </pc:picChg>
      </pc:sldChg>
      <pc:sldChg chg="addSp delSp modSp add mod modClrScheme chgLayout">
        <pc:chgData name="DANIEL ALEXANDRE RAMAZZOTTE" userId="da9cca94-9105-482e-b155-cd7f190409a2" providerId="ADAL" clId="{4DBF0956-1C20-4CE2-B598-1C28127E1380}" dt="2026-06-12T13:58:05.210" v="2645" actId="14734"/>
        <pc:sldMkLst>
          <pc:docMk/>
          <pc:sldMk cId="1007333001" sldId="448"/>
        </pc:sldMkLst>
        <pc:spChg chg="add del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" creationId="{8ECD9B4E-561E-5B84-4ED4-F11F706C37E1}"/>
          </ac:spMkLst>
        </pc:spChg>
        <pc:spChg chg="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4" creationId="{6BC1AE78-AA0D-E98A-ADCF-727CE7F691E7}"/>
          </ac:spMkLst>
        </pc:spChg>
        <pc:spChg chg="add del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5" creationId="{39B6AACF-0140-CF1E-9F30-EF857A42BA54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8" creationId="{0025025F-06C2-4BAD-FA76-E56237661097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9" creationId="{0B6CC21C-6AED-2491-2941-2246B6A3BEDA}"/>
          </ac:spMkLst>
        </pc:spChg>
        <pc:spChg chg="add del mod">
          <ac:chgData name="DANIEL ALEXANDRE RAMAZZOTTE" userId="da9cca94-9105-482e-b155-cd7f190409a2" providerId="ADAL" clId="{4DBF0956-1C20-4CE2-B598-1C28127E1380}" dt="2026-06-12T13:53:46.886" v="2593" actId="26606"/>
          <ac:spMkLst>
            <pc:docMk/>
            <pc:sldMk cId="1007333001" sldId="448"/>
            <ac:spMk id="10" creationId="{B6E43256-65A2-2943-B15F-FB84CBC3C2C0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11" creationId="{5D7E94EC-EDD6-8958-7944-6E345F8360F0}"/>
          </ac:spMkLst>
        </pc:spChg>
        <pc:spChg chg="add del mod">
          <ac:chgData name="DANIEL ALEXANDRE RAMAZZOTTE" userId="da9cca94-9105-482e-b155-cd7f190409a2" providerId="ADAL" clId="{4DBF0956-1C20-4CE2-B598-1C28127E1380}" dt="2026-06-12T13:53:46.886" v="2593" actId="26606"/>
          <ac:spMkLst>
            <pc:docMk/>
            <pc:sldMk cId="1007333001" sldId="448"/>
            <ac:spMk id="12" creationId="{04179696-CC58-DEDC-2857-81E85603D19B}"/>
          </ac:spMkLst>
        </pc:spChg>
        <pc:spChg chg="add del mod">
          <ac:chgData name="DANIEL ALEXANDRE RAMAZZOTTE" userId="da9cca94-9105-482e-b155-cd7f190409a2" providerId="ADAL" clId="{4DBF0956-1C20-4CE2-B598-1C28127E1380}" dt="2026-06-12T13:53:55.174" v="2603" actId="26606"/>
          <ac:spMkLst>
            <pc:docMk/>
            <pc:sldMk cId="1007333001" sldId="448"/>
            <ac:spMk id="13" creationId="{C6961323-AB43-A528-181D-DD19A59F6D84}"/>
          </ac:spMkLst>
        </pc:spChg>
        <pc:spChg chg="add del mod">
          <ac:chgData name="DANIEL ALEXANDRE RAMAZZOTTE" userId="da9cca94-9105-482e-b155-cd7f190409a2" providerId="ADAL" clId="{4DBF0956-1C20-4CE2-B598-1C28127E1380}" dt="2026-06-12T13:53:47.974" v="2595" actId="26606"/>
          <ac:spMkLst>
            <pc:docMk/>
            <pc:sldMk cId="1007333001" sldId="448"/>
            <ac:spMk id="14" creationId="{C6961323-AB43-A528-181D-DD19A59F6D84}"/>
          </ac:spMkLst>
        </pc:spChg>
        <pc:spChg chg="add del mod">
          <ac:chgData name="DANIEL ALEXANDRE RAMAZZOTTE" userId="da9cca94-9105-482e-b155-cd7f190409a2" providerId="ADAL" clId="{4DBF0956-1C20-4CE2-B598-1C28127E1380}" dt="2026-06-12T13:53:47.974" v="2595" actId="26606"/>
          <ac:spMkLst>
            <pc:docMk/>
            <pc:sldMk cId="1007333001" sldId="448"/>
            <ac:spMk id="15" creationId="{E3D1A34F-36C0-4D39-E246-66DCB55BED6F}"/>
          </ac:spMkLst>
        </pc:spChg>
        <pc:spChg chg="add del mod">
          <ac:chgData name="DANIEL ALEXANDRE RAMAZZOTTE" userId="da9cca94-9105-482e-b155-cd7f190409a2" providerId="ADAL" clId="{4DBF0956-1C20-4CE2-B598-1C28127E1380}" dt="2026-06-12T13:53:55.174" v="2603" actId="26606"/>
          <ac:spMkLst>
            <pc:docMk/>
            <pc:sldMk cId="1007333001" sldId="448"/>
            <ac:spMk id="16" creationId="{E3D1A34F-36C0-4D39-E246-66DCB55BED6F}"/>
          </ac:spMkLst>
        </pc:spChg>
        <pc:spChg chg="add del mod">
          <ac:chgData name="DANIEL ALEXANDRE RAMAZZOTTE" userId="da9cca94-9105-482e-b155-cd7f190409a2" providerId="ADAL" clId="{4DBF0956-1C20-4CE2-B598-1C28127E1380}" dt="2026-06-12T13:53:55.794" v="2605" actId="26606"/>
          <ac:spMkLst>
            <pc:docMk/>
            <pc:sldMk cId="1007333001" sldId="448"/>
            <ac:spMk id="18" creationId="{B6E43256-65A2-2943-B15F-FB84CBC3C2C0}"/>
          </ac:spMkLst>
        </pc:spChg>
        <pc:spChg chg="add del mod">
          <ac:chgData name="DANIEL ALEXANDRE RAMAZZOTTE" userId="da9cca94-9105-482e-b155-cd7f190409a2" providerId="ADAL" clId="{4DBF0956-1C20-4CE2-B598-1C28127E1380}" dt="2026-06-12T13:53:55.794" v="2605" actId="26606"/>
          <ac:spMkLst>
            <pc:docMk/>
            <pc:sldMk cId="1007333001" sldId="448"/>
            <ac:spMk id="19" creationId="{04179696-CC58-DEDC-2857-81E85603D19B}"/>
          </ac:spMkLst>
        </pc:spChg>
        <pc:spChg chg="add 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1" creationId="{C6961323-AB43-A528-181D-DD19A59F6D84}"/>
          </ac:spMkLst>
        </pc:spChg>
        <pc:spChg chg="add 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2" creationId="{E3D1A34F-36C0-4D39-E246-66DCB55BED6F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3:56:01.380" v="2609" actId="478"/>
          <ac:graphicFrameMkLst>
            <pc:docMk/>
            <pc:sldMk cId="1007333001" sldId="448"/>
            <ac:graphicFrameMk id="3" creationId="{1C61B9B2-2D95-F319-9BCD-39E4CA841989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56:47.174" v="2624" actId="14100"/>
          <ac:graphicFrameMkLst>
            <pc:docMk/>
            <pc:sldMk cId="1007333001" sldId="448"/>
            <ac:graphicFrameMk id="6" creationId="{EAB5AD11-68F6-4171-8D68-05ECA2CA269E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58:05.210" v="2645" actId="14734"/>
          <ac:graphicFrameMkLst>
            <pc:docMk/>
            <pc:sldMk cId="1007333001" sldId="448"/>
            <ac:graphicFrameMk id="17" creationId="{C26CCA6E-039F-FF40-3177-8613C04C9FB1}"/>
          </ac:graphicFrameMkLst>
        </pc:graphicFrameChg>
        <pc:picChg chg="del">
          <ac:chgData name="DANIEL ALEXANDRE RAMAZZOTTE" userId="da9cca94-9105-482e-b155-cd7f190409a2" providerId="ADAL" clId="{4DBF0956-1C20-4CE2-B598-1C28127E1380}" dt="2026-06-12T13:53:15.396" v="2585" actId="478"/>
          <ac:picMkLst>
            <pc:docMk/>
            <pc:sldMk cId="1007333001" sldId="448"/>
            <ac:picMk id="7" creationId="{B5F0091E-5869-B641-8BCB-E2989FFA7DC5}"/>
          </ac:picMkLst>
        </pc:picChg>
      </pc:sldChg>
      <pc:sldChg chg="delSp modSp add mod">
        <pc:chgData name="DANIEL ALEXANDRE RAMAZZOTTE" userId="da9cca94-9105-482e-b155-cd7f190409a2" providerId="ADAL" clId="{4DBF0956-1C20-4CE2-B598-1C28127E1380}" dt="2026-06-12T14:23:28.314" v="2841" actId="255"/>
        <pc:sldMkLst>
          <pc:docMk/>
          <pc:sldMk cId="3897967068" sldId="449"/>
        </pc:sldMkLst>
        <pc:spChg chg="mod">
          <ac:chgData name="DANIEL ALEXANDRE RAMAZZOTTE" userId="da9cca94-9105-482e-b155-cd7f190409a2" providerId="ADAL" clId="{4DBF0956-1C20-4CE2-B598-1C28127E1380}" dt="2026-06-12T14:04:54.639" v="2685" actId="20577"/>
          <ac:spMkLst>
            <pc:docMk/>
            <pc:sldMk cId="3897967068" sldId="449"/>
            <ac:spMk id="21" creationId="{C2420321-5591-C866-B955-C027E2172849}"/>
          </ac:spMkLst>
        </pc:spChg>
        <pc:spChg chg="mod">
          <ac:chgData name="DANIEL ALEXANDRE RAMAZZOTTE" userId="da9cca94-9105-482e-b155-cd7f190409a2" providerId="ADAL" clId="{4DBF0956-1C20-4CE2-B598-1C28127E1380}" dt="2026-06-12T14:23:28.314" v="2841" actId="255"/>
          <ac:spMkLst>
            <pc:docMk/>
            <pc:sldMk cId="3897967068" sldId="449"/>
            <ac:spMk id="22" creationId="{CD649341-3156-016B-72BB-985A65A8DA66}"/>
          </ac:spMkLst>
        </pc:spChg>
        <pc:graphicFrameChg chg="del modGraphic">
          <ac:chgData name="DANIEL ALEXANDRE RAMAZZOTTE" userId="da9cca94-9105-482e-b155-cd7f190409a2" providerId="ADAL" clId="{4DBF0956-1C20-4CE2-B598-1C28127E1380}" dt="2026-06-12T14:04:48.448" v="2651" actId="478"/>
          <ac:graphicFrameMkLst>
            <pc:docMk/>
            <pc:sldMk cId="3897967068" sldId="449"/>
            <ac:graphicFrameMk id="17" creationId="{4DD793B0-A5EB-048D-520C-9A9FD44788DB}"/>
          </ac:graphicFrameMkLst>
        </pc:graphicFrameChg>
      </pc:sldChg>
      <pc:sldChg chg="modSp add mod">
        <pc:chgData name="DANIEL ALEXANDRE RAMAZZOTTE" userId="da9cca94-9105-482e-b155-cd7f190409a2" providerId="ADAL" clId="{4DBF0956-1C20-4CE2-B598-1C28127E1380}" dt="2026-06-12T14:07:50.045" v="2737" actId="27636"/>
        <pc:sldMkLst>
          <pc:docMk/>
          <pc:sldMk cId="207920841" sldId="450"/>
        </pc:sldMkLst>
        <pc:spChg chg="mod">
          <ac:chgData name="DANIEL ALEXANDRE RAMAZZOTTE" userId="da9cca94-9105-482e-b155-cd7f190409a2" providerId="ADAL" clId="{4DBF0956-1C20-4CE2-B598-1C28127E1380}" dt="2026-06-12T14:07:50.045" v="2737" actId="27636"/>
          <ac:spMkLst>
            <pc:docMk/>
            <pc:sldMk cId="207920841" sldId="450"/>
            <ac:spMk id="4" creationId="{5B9BB43D-B424-288A-6027-CB4C52DE536B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1:56.228" v="2792" actId="20577"/>
        <pc:sldMkLst>
          <pc:docMk/>
          <pc:sldMk cId="1918757307" sldId="451"/>
        </pc:sldMkLst>
        <pc:spChg chg="mod">
          <ac:chgData name="DANIEL ALEXANDRE RAMAZZOTTE" userId="da9cca94-9105-482e-b155-cd7f190409a2" providerId="ADAL" clId="{4DBF0956-1C20-4CE2-B598-1C28127E1380}" dt="2026-06-12T14:11:56.228" v="2792" actId="20577"/>
          <ac:spMkLst>
            <pc:docMk/>
            <pc:sldMk cId="1918757307" sldId="451"/>
            <ac:spMk id="4" creationId="{8DE4ADDB-5D7B-6EBB-892B-0D7343F3ABD5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1:49.220" v="2788" actId="6549"/>
        <pc:sldMkLst>
          <pc:docMk/>
          <pc:sldMk cId="1509842447" sldId="452"/>
        </pc:sldMkLst>
        <pc:spChg chg="mod">
          <ac:chgData name="DANIEL ALEXANDRE RAMAZZOTTE" userId="da9cca94-9105-482e-b155-cd7f190409a2" providerId="ADAL" clId="{4DBF0956-1C20-4CE2-B598-1C28127E1380}" dt="2026-06-12T14:11:49.220" v="2788" actId="6549"/>
          <ac:spMkLst>
            <pc:docMk/>
            <pc:sldMk cId="1509842447" sldId="452"/>
            <ac:spMk id="4" creationId="{7BF619EE-4C33-72FB-E365-E9D695D9896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2:26.046" v="2805" actId="20577"/>
        <pc:sldMkLst>
          <pc:docMk/>
          <pc:sldMk cId="2682393706" sldId="453"/>
        </pc:sldMkLst>
        <pc:spChg chg="mod">
          <ac:chgData name="DANIEL ALEXANDRE RAMAZZOTTE" userId="da9cca94-9105-482e-b155-cd7f190409a2" providerId="ADAL" clId="{4DBF0956-1C20-4CE2-B598-1C28127E1380}" dt="2026-06-12T14:12:26.046" v="2805" actId="20577"/>
          <ac:spMkLst>
            <pc:docMk/>
            <pc:sldMk cId="2682393706" sldId="453"/>
            <ac:spMk id="4" creationId="{90C794FD-7B25-EF1C-1C74-F3486ECB843B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3:21.839" v="2817" actId="20577"/>
        <pc:sldMkLst>
          <pc:docMk/>
          <pc:sldMk cId="2101947939" sldId="454"/>
        </pc:sldMkLst>
        <pc:spChg chg="mod">
          <ac:chgData name="DANIEL ALEXANDRE RAMAZZOTTE" userId="da9cca94-9105-482e-b155-cd7f190409a2" providerId="ADAL" clId="{4DBF0956-1C20-4CE2-B598-1C28127E1380}" dt="2026-06-12T14:13:21.839" v="2817" actId="20577"/>
          <ac:spMkLst>
            <pc:docMk/>
            <pc:sldMk cId="2101947939" sldId="454"/>
            <ac:spMk id="4" creationId="{44C38E3C-17E5-EC29-019E-649E2793AD4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4:15.172" v="2830" actId="20577"/>
        <pc:sldMkLst>
          <pc:docMk/>
          <pc:sldMk cId="4259980108" sldId="455"/>
        </pc:sldMkLst>
        <pc:spChg chg="mod">
          <ac:chgData name="DANIEL ALEXANDRE RAMAZZOTTE" userId="da9cca94-9105-482e-b155-cd7f190409a2" providerId="ADAL" clId="{4DBF0956-1C20-4CE2-B598-1C28127E1380}" dt="2026-06-12T14:14:15.172" v="2830" actId="20577"/>
          <ac:spMkLst>
            <pc:docMk/>
            <pc:sldMk cId="4259980108" sldId="455"/>
            <ac:spMk id="4" creationId="{61E3BBD7-000F-6157-C089-5FE4491AC6B3}"/>
          </ac:spMkLst>
        </pc:spChg>
      </pc:sldChg>
      <pc:sldChg chg="modSp add del mod">
        <pc:chgData name="DANIEL ALEXANDRE RAMAZZOTTE" userId="da9cca94-9105-482e-b155-cd7f190409a2" providerId="ADAL" clId="{4DBF0956-1C20-4CE2-B598-1C28127E1380}" dt="2026-06-12T14:23:50.705" v="2849" actId="2890"/>
        <pc:sldMkLst>
          <pc:docMk/>
          <pc:sldMk cId="773763144" sldId="456"/>
        </pc:sldMkLst>
        <pc:spChg chg="mod">
          <ac:chgData name="DANIEL ALEXANDRE RAMAZZOTTE" userId="da9cca94-9105-482e-b155-cd7f190409a2" providerId="ADAL" clId="{4DBF0956-1C20-4CE2-B598-1C28127E1380}" dt="2026-06-12T14:23:49.943" v="2848" actId="20577"/>
          <ac:spMkLst>
            <pc:docMk/>
            <pc:sldMk cId="773763144" sldId="456"/>
            <ac:spMk id="22" creationId="{63081303-E7B0-83E6-B067-349DC58CE1BD}"/>
          </ac:spMkLst>
        </pc:spChg>
      </pc:sldChg>
      <pc:sldChg chg="modSp add del mod">
        <pc:chgData name="DANIEL ALEXANDRE RAMAZZOTTE" userId="da9cca94-9105-482e-b155-cd7f190409a2" providerId="ADAL" clId="{4DBF0956-1C20-4CE2-B598-1C28127E1380}" dt="2026-06-12T14:24:10.912" v="2862" actId="47"/>
        <pc:sldMkLst>
          <pc:docMk/>
          <pc:sldMk cId="3903355499" sldId="456"/>
        </pc:sldMkLst>
        <pc:spChg chg="mod">
          <ac:chgData name="DANIEL ALEXANDRE RAMAZZOTTE" userId="da9cca94-9105-482e-b155-cd7f190409a2" providerId="ADAL" clId="{4DBF0956-1C20-4CE2-B598-1C28127E1380}" dt="2026-06-12T14:24:01.413" v="2858" actId="20577"/>
          <ac:spMkLst>
            <pc:docMk/>
            <pc:sldMk cId="3903355499" sldId="456"/>
            <ac:spMk id="22" creationId="{389A0C4B-2AE0-558C-AD0D-88BE23F5FBE1}"/>
          </ac:spMkLst>
        </pc:spChg>
      </pc:sldChg>
      <pc:sldChg chg="modSp add mod ord">
        <pc:chgData name="DANIEL ALEXANDRE RAMAZZOTTE" userId="da9cca94-9105-482e-b155-cd7f190409a2" providerId="ADAL" clId="{4DBF0956-1C20-4CE2-B598-1C28127E1380}" dt="2026-06-12T14:25:20.369" v="2892" actId="20577"/>
        <pc:sldMkLst>
          <pc:docMk/>
          <pc:sldMk cId="102533819" sldId="457"/>
        </pc:sldMkLst>
        <pc:spChg chg="mod">
          <ac:chgData name="DANIEL ALEXANDRE RAMAZZOTTE" userId="da9cca94-9105-482e-b155-cd7f190409a2" providerId="ADAL" clId="{4DBF0956-1C20-4CE2-B598-1C28127E1380}" dt="2026-06-12T14:25:20.369" v="2892" actId="20577"/>
          <ac:spMkLst>
            <pc:docMk/>
            <pc:sldMk cId="102533819" sldId="457"/>
            <ac:spMk id="4" creationId="{81A8F83B-A95F-FA10-CE15-33FF04DE293C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6:34.125" v="2934" actId="20577"/>
        <pc:sldMkLst>
          <pc:docMk/>
          <pc:sldMk cId="3691425804" sldId="458"/>
        </pc:sldMkLst>
        <pc:spChg chg="mod">
          <ac:chgData name="DANIEL ALEXANDRE RAMAZZOTTE" userId="da9cca94-9105-482e-b155-cd7f190409a2" providerId="ADAL" clId="{4DBF0956-1C20-4CE2-B598-1C28127E1380}" dt="2026-06-12T14:26:34.125" v="2934" actId="20577"/>
          <ac:spMkLst>
            <pc:docMk/>
            <pc:sldMk cId="3691425804" sldId="458"/>
            <ac:spMk id="4" creationId="{AFDBDAD9-CC6E-97C1-DB3C-5C7613BF088D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7:32.688" v="2956" actId="20577"/>
        <pc:sldMkLst>
          <pc:docMk/>
          <pc:sldMk cId="65422897" sldId="459"/>
        </pc:sldMkLst>
        <pc:spChg chg="mod">
          <ac:chgData name="DANIEL ALEXANDRE RAMAZZOTTE" userId="da9cca94-9105-482e-b155-cd7f190409a2" providerId="ADAL" clId="{4DBF0956-1C20-4CE2-B598-1C28127E1380}" dt="2026-06-12T14:27:32.688" v="2956" actId="20577"/>
          <ac:spMkLst>
            <pc:docMk/>
            <pc:sldMk cId="65422897" sldId="459"/>
            <ac:spMk id="4" creationId="{54752E97-77DC-0768-8A8B-793DCB42B902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9:01.277" v="2968" actId="20577"/>
        <pc:sldMkLst>
          <pc:docMk/>
          <pc:sldMk cId="1954177402" sldId="460"/>
        </pc:sldMkLst>
        <pc:spChg chg="mod">
          <ac:chgData name="DANIEL ALEXANDRE RAMAZZOTTE" userId="da9cca94-9105-482e-b155-cd7f190409a2" providerId="ADAL" clId="{4DBF0956-1C20-4CE2-B598-1C28127E1380}" dt="2026-06-12T14:29:01.277" v="2968" actId="20577"/>
          <ac:spMkLst>
            <pc:docMk/>
            <pc:sldMk cId="1954177402" sldId="460"/>
            <ac:spMk id="4" creationId="{A15D5B0F-9CB6-2540-4530-D4D9FA9D8AE5}"/>
          </ac:spMkLst>
        </pc:spChg>
      </pc:sldChg>
      <pc:sldChg chg="modSp add del">
        <pc:chgData name="DANIEL ALEXANDRE RAMAZZOTTE" userId="da9cca94-9105-482e-b155-cd7f190409a2" providerId="ADAL" clId="{4DBF0956-1C20-4CE2-B598-1C28127E1380}" dt="2026-06-12T14:28:42.338" v="2961" actId="2696"/>
        <pc:sldMkLst>
          <pc:docMk/>
          <pc:sldMk cId="929203988" sldId="461"/>
        </pc:sldMkLst>
        <pc:spChg chg="mod">
          <ac:chgData name="DANIEL ALEXANDRE RAMAZZOTTE" userId="da9cca94-9105-482e-b155-cd7f190409a2" providerId="ADAL" clId="{4DBF0956-1C20-4CE2-B598-1C28127E1380}" dt="2026-06-12T14:27:52.127" v="2960"/>
          <ac:spMkLst>
            <pc:docMk/>
            <pc:sldMk cId="929203988" sldId="461"/>
            <ac:spMk id="4" creationId="{CA429565-C865-337D-1914-B3A8C969DE8C}"/>
          </ac:spMkLst>
        </pc:spChg>
      </pc:sldChg>
      <pc:sldMasterChg chg="delSldLayout">
        <pc:chgData name="DANIEL ALEXANDRE RAMAZZOTTE" userId="da9cca94-9105-482e-b155-cd7f190409a2" providerId="ADAL" clId="{4DBF0956-1C20-4CE2-B598-1C28127E1380}" dt="2026-06-11T16:24:43.283" v="78" actId="47"/>
        <pc:sldMasterMkLst>
          <pc:docMk/>
          <pc:sldMasterMk cId="1048047645" sldId="2147483666"/>
        </pc:sldMasterMkLst>
        <pc:sldLayoutChg chg="del">
          <pc:chgData name="DANIEL ALEXANDRE RAMAZZOTTE" userId="da9cca94-9105-482e-b155-cd7f190409a2" providerId="ADAL" clId="{4DBF0956-1C20-4CE2-B598-1C28127E1380}" dt="2026-06-11T16:23:36.143" v="71" actId="47"/>
          <pc:sldLayoutMkLst>
            <pc:docMk/>
            <pc:sldMasterMk cId="1048047645" sldId="2147483666"/>
            <pc:sldLayoutMk cId="1909597892" sldId="2147483678"/>
          </pc:sldLayoutMkLst>
        </pc:sldLayoutChg>
        <pc:sldLayoutChg chg="del">
          <pc:chgData name="DANIEL ALEXANDRE RAMAZZOTTE" userId="da9cca94-9105-482e-b155-cd7f190409a2" providerId="ADAL" clId="{4DBF0956-1C20-4CE2-B598-1C28127E1380}" dt="2026-06-11T16:24:43.283" v="78" actId="47"/>
          <pc:sldLayoutMkLst>
            <pc:docMk/>
            <pc:sldMasterMk cId="1048047645" sldId="2147483666"/>
            <pc:sldLayoutMk cId="2977067932" sldId="2147483682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12D64355-8CBB-8A7D-57D6-FF073AF31C9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327CC58-3CAD-BEA3-A79E-44796044AC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5E110-C86F-48E0-ABCF-F1A3ACB824DA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380BE5D-E1B7-BA78-6C00-F9E651D370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4C4033F-891B-4896-B540-3050378E848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0BCE85-82F1-4D0C-8D1B-741647A13C0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24021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FE7B48-CCB7-4BA1-A24E-F5E8117E5BB1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006586-28D0-46FA-A603-BC99B5C482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0084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939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066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826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95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8398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8174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5" name="Imagem 4" descr="Logotipo&#10;&#10;Descrição gerada automaticamente">
            <a:extLst>
              <a:ext uri="{FF2B5EF4-FFF2-40B4-BE49-F238E27FC236}">
                <a16:creationId xmlns:a16="http://schemas.microsoft.com/office/drawing/2014/main" id="{ECCBEDDF-E6A9-8435-BFD9-5D4D2584E3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6" name="Imagem 5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3CA9491A-2500-04E9-D38D-833E1D2D1E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495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5477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5165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235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55404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beçalho da Seção">
    <p:bg>
      <p:bgPr>
        <a:solidFill>
          <a:srgbClr val="1630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 descr="Texto, Logotipo&#10;&#10;Descrição gerada automaticamente">
            <a:extLst>
              <a:ext uri="{FF2B5EF4-FFF2-40B4-BE49-F238E27FC236}">
                <a16:creationId xmlns:a16="http://schemas.microsoft.com/office/drawing/2014/main" id="{55698509-1D57-EB84-D197-9E95509E8B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7269" cy="3312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D268158-BEC3-508C-98D8-2DF7DC78D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2"/>
            <a:ext cx="10515600" cy="2852737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0A0FB7-6043-E26E-D1C1-0515C7A59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52FBCB7-88FC-856E-515D-347A2AABE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DB93DB-7CDB-E176-EDCD-65481BB54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D961C5A-4D8D-359D-987E-B393BB7AAF7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0127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64F99C34-A082-5E60-D91F-F90329A9E80C}"/>
              </a:ext>
            </a:extLst>
          </p:cNvPr>
          <p:cNvSpPr/>
          <p:nvPr userDrawn="1"/>
        </p:nvSpPr>
        <p:spPr>
          <a:xfrm>
            <a:off x="0" y="0"/>
            <a:ext cx="5249100" cy="6858000"/>
          </a:xfrm>
          <a:prstGeom prst="rect">
            <a:avLst/>
          </a:prstGeom>
          <a:solidFill>
            <a:srgbClr val="1630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D62ACB-EEFA-1428-AFD0-B8A049A1D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987425"/>
            <a:ext cx="5932488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BEC817C-FA32-BE58-8557-854990BA43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8431" y="979487"/>
            <a:ext cx="3932237" cy="48815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4E65537-5CD9-D1FF-F29D-1D9C91A9F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8F1997-BB3C-3988-0B78-513126094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B8464B-8829-104F-3FDB-C15E24A92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0CEFD8BA-5D6A-8764-76BE-1B52775A79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1D66BCAA-4CF9-5624-904F-D15725AF6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8887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610A68-A004-5B9B-6215-EDDDC7B7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6"/>
            <a:ext cx="11551668" cy="521566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43D293-44BC-D7B5-D651-09C7DDB6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11551668" cy="476870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22C96D-EBB1-48B5-23D6-9036F464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055430-551F-D2E1-45C1-3E89C7B06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AA377D-321F-16BE-D103-78B527C0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DB67FF10-C7A3-104F-F296-1BCFB5A74A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9" name="Imagem 8" descr="Logotipo&#10;&#10;Descrição gerada automaticamente">
            <a:extLst>
              <a:ext uri="{FF2B5EF4-FFF2-40B4-BE49-F238E27FC236}">
                <a16:creationId xmlns:a16="http://schemas.microsoft.com/office/drawing/2014/main" id="{E10259B9-19C3-D0DC-5143-7A4C57A6FE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11" name="Imagem 10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8D30009-2159-4A97-E532-F28528B1F8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2334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610A68-A004-5B9B-6215-EDDDC7B7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5" y="365126"/>
            <a:ext cx="11551667" cy="521566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43D293-44BC-D7B5-D651-09C7DDB6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9158034" cy="476870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22C96D-EBB1-48B5-23D6-9036F464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055430-551F-D2E1-45C1-3E89C7B06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AA377D-321F-16BE-D103-78B527C0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DB67FF10-C7A3-104F-F296-1BCFB5A74A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5" y="886692"/>
            <a:ext cx="11551667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9" name="Imagem 8" descr="Logotipo&#10;&#10;Descrição gerada automaticamente">
            <a:extLst>
              <a:ext uri="{FF2B5EF4-FFF2-40B4-BE49-F238E27FC236}">
                <a16:creationId xmlns:a16="http://schemas.microsoft.com/office/drawing/2014/main" id="{E10259B9-19C3-D0DC-5143-7A4C57A6FE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11" name="Imagem 10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8D30009-2159-4A97-E532-F28528B1F8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64FCC4E4-04A1-18B6-3DB7-934E423F8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575320" y="1408112"/>
            <a:ext cx="2296513" cy="4768705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just">
              <a:buNone/>
              <a:defRPr lang="pt-BR" sz="1200" dirty="0" smtClean="0"/>
            </a:lvl1pPr>
            <a:lvl2pPr>
              <a:defRPr lang="pt-BR" sz="1800" dirty="0" smtClean="0"/>
            </a:lvl2pPr>
            <a:lvl3pPr>
              <a:defRPr lang="pt-BR" sz="1600" dirty="0" smtClean="0"/>
            </a:lvl3pPr>
            <a:lvl4pPr>
              <a:defRPr lang="pt-BR" sz="1400" dirty="0" smtClean="0"/>
            </a:lvl4pPr>
            <a:lvl5pPr>
              <a:defRPr lang="pt-BR" sz="1400" dirty="0"/>
            </a:lvl5pPr>
          </a:lstStyle>
          <a:p>
            <a:pPr lv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6234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3"/>
            <a:ext cx="5699634" cy="2340000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476885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F678E693-BE14-FFA5-5BA9-2EACCC4F88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167" y="3836963"/>
            <a:ext cx="5699633" cy="23400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smtClean="0"/>
            </a:lvl1pPr>
            <a:lvl2pPr>
              <a:defRPr lang="pt-BR" sz="1600" smtClean="0"/>
            </a:lvl2pPr>
            <a:lvl3pPr>
              <a:defRPr lang="pt-BR" sz="1400" smtClean="0"/>
            </a:lvl3pPr>
            <a:lvl4pPr>
              <a:defRPr lang="pt-BR" sz="1200" smtClean="0"/>
            </a:lvl4pPr>
            <a:lvl5pPr>
              <a:defRPr lang="pt-BR"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7826071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2"/>
            <a:ext cx="5699634" cy="4768849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23400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A458088C-384C-E884-3A53-E1785D68BF2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dirty="0" smtClean="0"/>
            </a:lvl1pPr>
            <a:lvl2pPr>
              <a:defRPr lang="pt-BR" sz="1600" dirty="0" smtClean="0"/>
            </a:lvl2pPr>
            <a:lvl3pPr>
              <a:defRPr lang="pt-BR" sz="1400" dirty="0" smtClean="0"/>
            </a:lvl3pPr>
            <a:lvl4pPr>
              <a:defRPr lang="pt-BR" sz="1200" dirty="0" smtClean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9963392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3"/>
            <a:ext cx="5699634" cy="2340000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23400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F678E693-BE14-FFA5-5BA9-2EACCC4F88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167" y="3836963"/>
            <a:ext cx="5699633" cy="23400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smtClean="0"/>
            </a:lvl1pPr>
            <a:lvl2pPr>
              <a:defRPr lang="pt-BR" sz="1600" smtClean="0"/>
            </a:lvl2pPr>
            <a:lvl3pPr>
              <a:defRPr lang="pt-BR" sz="1400" smtClean="0"/>
            </a:lvl3pPr>
            <a:lvl4pPr>
              <a:defRPr lang="pt-BR" sz="1200" smtClean="0"/>
            </a:lvl4pPr>
            <a:lvl5pPr>
              <a:defRPr lang="pt-BR"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A458088C-384C-E884-3A53-E1785D68BF2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dirty="0" smtClean="0"/>
            </a:lvl1pPr>
            <a:lvl2pPr>
              <a:defRPr lang="pt-BR" sz="1600" dirty="0" smtClean="0"/>
            </a:lvl2pPr>
            <a:lvl3pPr>
              <a:defRPr lang="pt-BR" sz="1400" dirty="0" smtClean="0"/>
            </a:lvl3pPr>
            <a:lvl4pPr>
              <a:defRPr lang="pt-BR" sz="1200" dirty="0" smtClean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611672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2DEA9D-7575-4ABF-AD36-4DA550E9FD95}" type="datetimeFigureOut">
              <a:rPr lang="pt-BR" smtClean="0"/>
              <a:t>30/06/2026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60DAFC9A-3B67-94BF-8646-B4AC05281F78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8" name="Imagem 7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3CE7BB3C-CBC2-62F7-60E2-56771DDC0117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47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9" r:id="rId12"/>
    <p:sldLayoutId id="2147483680" r:id="rId13"/>
    <p:sldLayoutId id="2147483681" r:id="rId14"/>
    <p:sldLayoutId id="2147483661" r:id="rId15"/>
    <p:sldLayoutId id="2147483665" r:id="rId16"/>
    <p:sldLayoutId id="2147483664" r:id="rId17"/>
    <p:sldLayoutId id="2147483662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180C42-865C-6B97-E210-54FBBB62A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3119"/>
            <a:ext cx="10515600" cy="2852737"/>
          </a:xfrm>
        </p:spPr>
        <p:txBody>
          <a:bodyPr/>
          <a:lstStyle/>
          <a:p>
            <a:r>
              <a:rPr lang="pt-BR" dirty="0"/>
              <a:t>Projeção de Vendas Definição Modelo</a:t>
            </a:r>
          </a:p>
        </p:txBody>
      </p:sp>
    </p:spTree>
    <p:extLst>
      <p:ext uri="{BB962C8B-B14F-4D97-AF65-F5344CB8AC3E}">
        <p14:creationId xmlns:p14="http://schemas.microsoft.com/office/powerpoint/2010/main" val="458569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9CBAE-91BF-B0FB-E07D-71DD33493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BB1770-F9B2-6734-427A-8106F01D1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incremento de canal e produto melhora a previsão?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CA6F6A-F2FF-C619-C675-70B5614A6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Período avaliado: </a:t>
            </a:r>
            <a:r>
              <a:rPr lang="pt-BR" dirty="0" err="1"/>
              <a:t>jan</a:t>
            </a:r>
            <a:r>
              <a:rPr lang="pt-BR" dirty="0"/>
              <a:t>/2026+ | </a:t>
            </a:r>
            <a:r>
              <a:rPr lang="pt-BR" dirty="0" err="1"/>
              <a:t>qtd</a:t>
            </a:r>
            <a:r>
              <a:rPr lang="pt-BR" dirty="0"/>
              <a:t>: 71 dias úteis | valor: 71 dias úteis </a:t>
            </a:r>
          </a:p>
          <a:p>
            <a:r>
              <a:rPr lang="pt-BR" dirty="0"/>
              <a:t>Dentre os selecionados na reunião prévia, qual modelo prevê melhor a quantidade e o valor das propostas? </a:t>
            </a:r>
          </a:p>
          <a:p>
            <a:r>
              <a:rPr lang="pt-BR" dirty="0"/>
              <a:t>Enriquecer o modelo com CANAL e PRODUTO melhora a previsão? </a:t>
            </a:r>
          </a:p>
          <a:p>
            <a:r>
              <a:rPr lang="pt-BR" dirty="0"/>
              <a:t>Resultado: o melhor modelo supera a antiga; canal/produto NÃO trouxe ganho relevante. </a:t>
            </a:r>
          </a:p>
          <a:p>
            <a:r>
              <a:rPr lang="pt-BR" dirty="0"/>
              <a:t>Metodologia se mantém como a apresentada</a:t>
            </a:r>
          </a:p>
          <a:p>
            <a:r>
              <a:rPr lang="pt-BR" dirty="0"/>
              <a:t>Única diferença é que agora se apresenta Viés além de apenas MAPE mais análise do erro safra a safra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ACB6AFA-7426-11C8-DFA2-937E36D587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8891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5815B4-EC2C-AA77-A619-BD3713F1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produto e canal entram no modelo?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4B7059-BB86-9377-E822-221BAD513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base — modelo de produção, SEM canal/produto</a:t>
            </a:r>
          </a:p>
          <a:p>
            <a:r>
              <a:rPr lang="pt-BR" dirty="0"/>
              <a:t>+mix — </a:t>
            </a:r>
            <a:r>
              <a:rPr lang="pt-BR" dirty="0" err="1"/>
              <a:t>share</a:t>
            </a:r>
            <a:r>
              <a:rPr lang="pt-BR" dirty="0"/>
              <a:t> do canal e do produto dominantes de ontem (2 features). </a:t>
            </a:r>
          </a:p>
          <a:p>
            <a:r>
              <a:rPr lang="pt-BR" dirty="0"/>
              <a:t>+</a:t>
            </a:r>
            <a:r>
              <a:rPr lang="pt-BR" dirty="0" err="1"/>
              <a:t>seg</a:t>
            </a:r>
            <a:r>
              <a:rPr lang="pt-BR" dirty="0"/>
              <a:t> — volume de cada canal e cada produto em vários </a:t>
            </a:r>
            <a:r>
              <a:rPr lang="pt-BR" dirty="0" err="1"/>
              <a:t>lags</a:t>
            </a:r>
            <a:r>
              <a:rPr lang="pt-BR" dirty="0"/>
              <a:t> (cru, muitas colunas). </a:t>
            </a:r>
          </a:p>
          <a:p>
            <a:r>
              <a:rPr lang="pt-BR" dirty="0"/>
              <a:t>+</a:t>
            </a:r>
            <a:r>
              <a:rPr lang="pt-BR" dirty="0" err="1"/>
              <a:t>seg_pca</a:t>
            </a:r>
            <a:r>
              <a:rPr lang="pt-BR" dirty="0"/>
              <a:t> — o mesmo, comprimido por PCA (componentes que somam ≥80% da variância).</a:t>
            </a:r>
          </a:p>
          <a:p>
            <a:r>
              <a:rPr lang="pt-BR" dirty="0" err="1"/>
              <a:t>bottom-up</a:t>
            </a:r>
            <a:r>
              <a:rPr lang="pt-BR" dirty="0"/>
              <a:t> — um modelo por célula </a:t>
            </a:r>
            <a:r>
              <a:rPr lang="pt-BR" dirty="0" err="1"/>
              <a:t>canal×produto</a:t>
            </a:r>
            <a:r>
              <a:rPr lang="pt-BR" dirty="0"/>
              <a:t> e SOMA das partes (estratégia hierárquica).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5600DA9-2D6A-FFF8-2C62-991F3AA79B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Tipos de Modelos testados</a:t>
            </a:r>
          </a:p>
        </p:txBody>
      </p:sp>
    </p:spTree>
    <p:extLst>
      <p:ext uri="{BB962C8B-B14F-4D97-AF65-F5344CB8AC3E}">
        <p14:creationId xmlns:p14="http://schemas.microsoft.com/office/powerpoint/2010/main" val="2513574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CBFBE-8F62-9AB8-F888-8487B758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0A699E-C5E9-0DCD-9FB3-E8D60FA23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Quantidade</a:t>
            </a:r>
          </a:p>
        </p:txBody>
      </p:sp>
    </p:spTree>
    <p:extLst>
      <p:ext uri="{BB962C8B-B14F-4D97-AF65-F5344CB8AC3E}">
        <p14:creationId xmlns:p14="http://schemas.microsoft.com/office/powerpoint/2010/main" val="3339084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FD75-22CD-CE2F-DDB5-BE691EA7E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D22D69-67AA-F640-A123-B7743FEEA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 anchor="ctr">
            <a:normAutofit/>
          </a:bodyPr>
          <a:lstStyle/>
          <a:p>
            <a:r>
              <a:rPr lang="pt-BR" dirty="0"/>
              <a:t>Melhores Modelos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58190629-F603-EB14-10A8-476954132F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2A7EF8-66A6-72CA-6DDF-89817150A92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sz="180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76618648-36D8-2D5C-610C-8BF6EFE35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827298"/>
              </p:ext>
            </p:extLst>
          </p:nvPr>
        </p:nvGraphicFramePr>
        <p:xfrm>
          <a:off x="835283" y="1408692"/>
          <a:ext cx="10495354" cy="4414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3280">
                  <a:extLst>
                    <a:ext uri="{9D8B030D-6E8A-4147-A177-3AD203B41FA5}">
                      <a16:colId xmlns:a16="http://schemas.microsoft.com/office/drawing/2014/main" val="1000758247"/>
                    </a:ext>
                  </a:extLst>
                </a:gridCol>
                <a:gridCol w="1782329">
                  <a:extLst>
                    <a:ext uri="{9D8B030D-6E8A-4147-A177-3AD203B41FA5}">
                      <a16:colId xmlns:a16="http://schemas.microsoft.com/office/drawing/2014/main" val="3744043746"/>
                    </a:ext>
                  </a:extLst>
                </a:gridCol>
                <a:gridCol w="1964820">
                  <a:extLst>
                    <a:ext uri="{9D8B030D-6E8A-4147-A177-3AD203B41FA5}">
                      <a16:colId xmlns:a16="http://schemas.microsoft.com/office/drawing/2014/main" val="3800774787"/>
                    </a:ext>
                  </a:extLst>
                </a:gridCol>
                <a:gridCol w="1744407">
                  <a:extLst>
                    <a:ext uri="{9D8B030D-6E8A-4147-A177-3AD203B41FA5}">
                      <a16:colId xmlns:a16="http://schemas.microsoft.com/office/drawing/2014/main" val="4026602926"/>
                    </a:ext>
                  </a:extLst>
                </a:gridCol>
                <a:gridCol w="720518">
                  <a:extLst>
                    <a:ext uri="{9D8B030D-6E8A-4147-A177-3AD203B41FA5}">
                      <a16:colId xmlns:a16="http://schemas.microsoft.com/office/drawing/2014/main" val="908334644"/>
                    </a:ext>
                  </a:extLst>
                </a:gridCol>
              </a:tblGrid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Modelo × Variante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Médio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Mediana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Viés (real-</a:t>
                      </a:r>
                      <a:r>
                        <a:rPr lang="pt-BR" sz="1800" u="none" strike="noStrike" dirty="0" err="1">
                          <a:effectLst/>
                        </a:rPr>
                        <a:t>pred</a:t>
                      </a:r>
                      <a:r>
                        <a:rPr lang="pt-BR" sz="1800" u="none" strike="noStrike" dirty="0">
                          <a:effectLst/>
                        </a:rPr>
                        <a:t>)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MAE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503540684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SE(LINE)+SE(SGDR)+ABR | bottom-up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6,07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249,4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709537719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SE(LINE)+SE(SGDR)+ABR | base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5,28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44,3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208,6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317597603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SE(LINE)+SE(SGDR)+ABR | +seg_pca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329853057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SE(LINE)+SE(SGDR)+ABR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7,55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6,48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224,4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526108727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SE(LINE)+SE(SGDR)+ABR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54,9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220,6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140044501"/>
                  </a:ext>
                </a:extLst>
              </a:tr>
              <a:tr h="5804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</a:t>
                      </a:r>
                      <a:r>
                        <a:rPr lang="pt-BR" sz="1800" u="none" strike="noStrike" dirty="0" err="1">
                          <a:effectLst/>
                        </a:rPr>
                        <a:t>bottom-up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6,16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87,2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258,5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721727180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base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7,78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6,35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45,9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231,9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289330637"/>
                  </a:ext>
                </a:extLst>
              </a:tr>
              <a:tr h="5804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+</a:t>
                      </a:r>
                      <a:r>
                        <a:rPr lang="pt-BR" sz="1800" u="none" strike="noStrike" dirty="0" err="1">
                          <a:effectLst/>
                        </a:rPr>
                        <a:t>seg_pca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7,38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6,46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220,7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889795101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SE(ETR)+MMS+BIN+SE(ELAS)+ABR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9,13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117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274,4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496520825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SE(ETR)+MMS+BIN+SE(ELAS)+ABR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7,55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46,2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225,2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855078082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Pipeline Antiga | —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7,39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5,49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220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2217857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344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E563D-14B1-B28C-DB73-34A52A9F2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42E27B-57DC-56C7-2DF2-4EBC97079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87699C-AEF6-16C5-E0D6-4C031FDBB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232C95-6C27-EEF7-F3EE-3AE638AAE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78904D6-C68E-93E2-C5DC-73FF22BF3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357187"/>
            <a:ext cx="11087100" cy="6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04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980A8-CA76-B0F2-36EB-D732D109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0618A-32DD-E402-B6E9-74678EBA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DF71CB-077F-358F-BBD1-8587EEEE2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08A6CBF-BDB3-84D7-DD0A-1B9F1C4A94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0463246-A7C0-3BC5-A069-83E470EA9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5" y="357187"/>
            <a:ext cx="10382250" cy="6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130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4932-6601-4551-B9D0-2B70F5ED4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4B8773-87F2-8ECC-78D7-E427F2ECD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AE95A0-AB33-C4B4-F0B5-4E1ACF00C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83C76CE-AC7F-9C4A-8BAA-131C7B434B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51E58BB-5941-068A-6F79-873482C79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6023"/>
            <a:ext cx="12192000" cy="368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240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C933F-3AEE-818F-99FD-4631FE243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E4B7E52-ED4E-244B-7BC3-56504D6B4EB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Valor</a:t>
            </a:r>
          </a:p>
        </p:txBody>
      </p:sp>
    </p:spTree>
    <p:extLst>
      <p:ext uri="{BB962C8B-B14F-4D97-AF65-F5344CB8AC3E}">
        <p14:creationId xmlns:p14="http://schemas.microsoft.com/office/powerpoint/2010/main" val="259035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8ABE-9053-5232-D23C-C79DD0F5C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84DB5F0-4214-57AB-8DDD-6FC21CD2B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5" y="365126"/>
            <a:ext cx="11551667" cy="521566"/>
          </a:xfrm>
        </p:spPr>
        <p:txBody>
          <a:bodyPr anchor="ctr">
            <a:normAutofit/>
          </a:bodyPr>
          <a:lstStyle/>
          <a:p>
            <a:br>
              <a:rPr lang="pt-BR" sz="1500"/>
            </a:br>
            <a:endParaRPr lang="pt-BR" sz="1500"/>
          </a:p>
          <a:p>
            <a:endParaRPr lang="pt-BR" sz="150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DFDF39-C855-7B70-1CE4-D9DBFD130C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5" y="886692"/>
            <a:ext cx="11551667" cy="383743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A3E6B551-F367-B47E-90F1-E95A4E8B1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2223"/>
              </p:ext>
            </p:extLst>
          </p:nvPr>
        </p:nvGraphicFramePr>
        <p:xfrm>
          <a:off x="646920" y="1042712"/>
          <a:ext cx="10898155" cy="51689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0636">
                  <a:extLst>
                    <a:ext uri="{9D8B030D-6E8A-4147-A177-3AD203B41FA5}">
                      <a16:colId xmlns:a16="http://schemas.microsoft.com/office/drawing/2014/main" val="78855729"/>
                    </a:ext>
                  </a:extLst>
                </a:gridCol>
                <a:gridCol w="1968489">
                  <a:extLst>
                    <a:ext uri="{9D8B030D-6E8A-4147-A177-3AD203B41FA5}">
                      <a16:colId xmlns:a16="http://schemas.microsoft.com/office/drawing/2014/main" val="3727827922"/>
                    </a:ext>
                  </a:extLst>
                </a:gridCol>
                <a:gridCol w="2198843">
                  <a:extLst>
                    <a:ext uri="{9D8B030D-6E8A-4147-A177-3AD203B41FA5}">
                      <a16:colId xmlns:a16="http://schemas.microsoft.com/office/drawing/2014/main" val="2834520107"/>
                    </a:ext>
                  </a:extLst>
                </a:gridCol>
                <a:gridCol w="1556621">
                  <a:extLst>
                    <a:ext uri="{9D8B030D-6E8A-4147-A177-3AD203B41FA5}">
                      <a16:colId xmlns:a16="http://schemas.microsoft.com/office/drawing/2014/main" val="911263686"/>
                    </a:ext>
                  </a:extLst>
                </a:gridCol>
                <a:gridCol w="1483566">
                  <a:extLst>
                    <a:ext uri="{9D8B030D-6E8A-4147-A177-3AD203B41FA5}">
                      <a16:colId xmlns:a16="http://schemas.microsoft.com/office/drawing/2014/main" val="2186592583"/>
                    </a:ext>
                  </a:extLst>
                </a:gridCol>
              </a:tblGrid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Modelo × Variante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Médio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Mediana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Viés (real-pred)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MAE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918691978"/>
                  </a:ext>
                </a:extLst>
              </a:tr>
              <a:tr h="3223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</a:t>
                      </a:r>
                      <a:r>
                        <a:rPr lang="pt-BR" sz="1800" u="none" strike="noStrike" dirty="0" err="1">
                          <a:effectLst/>
                        </a:rPr>
                        <a:t>bottom-up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8,53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148621,5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465978,3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46586549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base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8,06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137353,9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438684,5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4223505139"/>
                  </a:ext>
                </a:extLst>
              </a:tr>
              <a:tr h="25636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+</a:t>
                      </a:r>
                      <a:r>
                        <a:rPr lang="pt-BR" sz="1800" u="none" strike="noStrike" dirty="0" err="1">
                          <a:effectLst/>
                        </a:rPr>
                        <a:t>seg_pca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7,77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136950,2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423662,8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41482235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Voting(GBR+XGB+RFR)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6,58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167594,2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453700,4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62287594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Voting(GBR+XGB+RFR)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8,08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6,31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125449,1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438345,4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94559944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bottom-up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8,47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7,53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145563,9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462955,2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9098846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base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8,14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110231,5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441853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25237600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+seg_pca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7,74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95480,6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419210,2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76514813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7,58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6,52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100581,7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411055,8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76789905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SE(ETR)+ABR | +mix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8,06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6,63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97939,3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436350,4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70637543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Pipeline Antiga | —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7,58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43814,2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451848,2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112454789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bottom-up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7,89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6,92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76155,2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427449,2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426928424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base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5,75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208649,8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389169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9217043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+seg_pca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330984,9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467261,5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59126541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9,49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361812,9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532861,2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572502316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5,85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228060,1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411409,8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0423551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8207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18B8F-7483-1699-AA4E-07D4BA0C7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50F51E4-C275-076C-989E-A4C44F780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DAED3FF-D9AC-5817-715C-EF74CB13F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169" y="0"/>
            <a:ext cx="863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926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D2B60-9CCD-45D9-AA3D-5939F4FAE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2772921-2A0A-99AD-69D4-75413351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2E24DC-CE38-022C-8B70-15F36E45D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898" y="0"/>
            <a:ext cx="85942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066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FA9B1-9FAA-C461-C8E0-03B353208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93694-CC95-F557-0B1A-ED19CF3B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408B0-9056-73F1-1AF2-308306E8B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0166" y="1408113"/>
            <a:ext cx="11551668" cy="4768850"/>
          </a:xfrm>
        </p:spPr>
        <p:txBody>
          <a:bodyPr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26F5B6E-373C-2E5D-1EE4-407C4457DA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BF7C7E7-056F-05DB-37FA-CD40CEBC7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4593"/>
            <a:ext cx="12192000" cy="368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881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46535-9BE4-2108-41C0-37B3714C4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E8E2B1-1CEC-3399-C0E1-DFE7169A3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Seleção Modelos</a:t>
            </a:r>
          </a:p>
        </p:txBody>
      </p:sp>
    </p:spTree>
    <p:extLst>
      <p:ext uri="{BB962C8B-B14F-4D97-AF65-F5344CB8AC3E}">
        <p14:creationId xmlns:p14="http://schemas.microsoft.com/office/powerpoint/2010/main" val="4014181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ACCB0-0FBC-39F8-4EBE-674E2418B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F10586-5874-45D9-33C1-4EC55C509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Dias Especiais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EC05932-9490-69CB-2680-90BE5508E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Foi constatado que as análises da última apresentação, não tiveram todos os outliers devidos excluídos e eles não foram excluídos do treinamento, então aqui vai uma breve explicação de quais dias foram excluídos e porque</a:t>
            </a:r>
          </a:p>
          <a:p>
            <a:r>
              <a:rPr lang="pt-BR" dirty="0"/>
              <a:t>Antes de comparar os modelos, alguns dias são </a:t>
            </a:r>
            <a:r>
              <a:rPr lang="pt-BR" b="1" dirty="0"/>
              <a:t>removidos da base de realizados e preditos</a:t>
            </a:r>
            <a:r>
              <a:rPr lang="pt-BR" dirty="0"/>
              <a:t>. O motivo para fazer isto é: nesses dias o realizado </a:t>
            </a:r>
            <a:r>
              <a:rPr lang="pt-BR" b="1" dirty="0"/>
              <a:t>não reflete a demanda normal</a:t>
            </a:r>
            <a:r>
              <a:rPr lang="pt-BR" dirty="0"/>
              <a:t> ou houve falha/instabilidade operacional que interrompeu ou represou a captação de propostas, ou é um dia de atividade atipicamente baixa. Mantê-los penalizaria (ou premiaria) os modelos por ruído operacional, não por capacidade preditiva, distorcendo o MAPE/RMSPE da comparação (o que possivelmente ocorreu anteriormente)</a:t>
            </a:r>
          </a:p>
          <a:p>
            <a:r>
              <a:rPr lang="pt-BR" dirty="0"/>
              <a:t>A remoção efetiva acontece na consolidação do ranking, via `</a:t>
            </a:r>
            <a:r>
              <a:rPr lang="pt-BR" dirty="0" err="1"/>
              <a:t>mask_dias_excluir</a:t>
            </a:r>
            <a:r>
              <a:rPr lang="pt-BR" dirty="0"/>
              <a:t>(...)`. São dois critérios:</a:t>
            </a:r>
          </a:p>
          <a:p>
            <a:r>
              <a:rPr lang="pt-BR" b="1" dirty="0"/>
              <a:t>Log de Erro operacional: </a:t>
            </a:r>
            <a:r>
              <a:rPr lang="pt-BR" dirty="0"/>
              <a:t>dia e próximos n-1 dias úteis (coluna impacto)</a:t>
            </a:r>
          </a:p>
          <a:p>
            <a:r>
              <a:rPr lang="pt-BR" b="1" dirty="0"/>
              <a:t>Véspera de Feriado: </a:t>
            </a:r>
            <a:r>
              <a:rPr lang="pt-BR" dirty="0"/>
              <a:t>Natal e Ano Novo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E2D84BE-D77F-4EF4-C650-5CEA24B424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132799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0889B-41C3-4CCA-A9B5-3BF414EBB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5D9E5F-2D86-4242-B13D-F122C5A2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Dias Especiais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BF26E51-1DCC-EA57-FA30-FCB1DBF33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ED1E4E2-567A-9F32-1B52-2EA79F83D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9AD8B687-EDA4-1530-36DC-ED84AFEB4D6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6178919"/>
              </p:ext>
            </p:extLst>
          </p:nvPr>
        </p:nvGraphicFramePr>
        <p:xfrm>
          <a:off x="3812590" y="1408258"/>
          <a:ext cx="4286380" cy="4395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3352800" imgH="3438468" progId="Excel.Sheet.12">
                  <p:embed/>
                </p:oleObj>
              </mc:Choice>
              <mc:Fallback>
                <p:oleObj name="Worksheet" r:id="rId2" imgW="3352800" imgH="343846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12590" y="1408258"/>
                        <a:ext cx="4286380" cy="43959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87357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9C187-0158-B7D5-20A4-B60F6E38B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716828-72BA-B26A-3C4C-09B2CA68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110A8F-19D7-52BF-6159-E3B2CC945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Após análises, ficou claro que olhar apenas o MAPE (%) pode não ser suficiente. A métrica leva em conta apenas o erro típico absoluto. </a:t>
            </a:r>
          </a:p>
          <a:p>
            <a:r>
              <a:rPr lang="pt-BR" dirty="0"/>
              <a:t>Viés Médio = média(Realizado-Predito)</a:t>
            </a:r>
          </a:p>
          <a:p>
            <a:r>
              <a:rPr lang="pt-BR" dirty="0"/>
              <a:t>Quando olhamos o viés dos modelos treinados, nenhum chega perto da pipeline antiga, exceto um modelo de valor Poly(2) + Ridge</a:t>
            </a:r>
          </a:p>
          <a:p>
            <a:r>
              <a:rPr lang="pt-BR" dirty="0" err="1"/>
              <a:t>Obs</a:t>
            </a:r>
            <a:r>
              <a:rPr lang="pt-BR" dirty="0"/>
              <a:t>: Ordenado por viés ascendente</a:t>
            </a:r>
          </a:p>
          <a:p>
            <a:r>
              <a:rPr lang="pt-BR" dirty="0" err="1"/>
              <a:t>Obs</a:t>
            </a:r>
            <a:r>
              <a:rPr lang="pt-BR" dirty="0"/>
              <a:t>: Tratei mais outliers da base, então o resultado é mais consistente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70F1CAF-EFC0-4A29-8B11-C0EDDFCCB2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76F0A5D-6615-CC0A-6440-905B47051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10" y="3797275"/>
            <a:ext cx="5477639" cy="2314898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7A389B4-E858-E315-CF3D-F2F2DC2BE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540" y="3782985"/>
            <a:ext cx="5210902" cy="234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48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ACA71-6E04-0F48-A394-019C56513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B34955-5865-4907-DB9F-4181D8F61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Critério de seleção – RMSPE + Viés + Desvio Padrão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32855-C8C4-7B88-FB83-B6D4AA9EA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métrica principal escolhida foi o RMSPE:</a:t>
            </a:r>
          </a:p>
          <a:p>
            <a:r>
              <a:rPr lang="pt-BR" dirty="0"/>
              <a:t>O motivo é que ela leva em conta o desvio: o quanto o RMSPE ultrapassa o MAPE é 100% governado pelo Desvio (%). Se o erro fosse igual todo dia (Desvio = 0), teríamos RMSPE = MAPE. Quanto maior o desvio, mais o RMSPE se afasta do MAPE. Por exemplo: (</a:t>
            </a:r>
            <a:r>
              <a:rPr lang="pt-BR" dirty="0" err="1"/>
              <a:t>APEs</a:t>
            </a:r>
            <a:r>
              <a:rPr lang="pt-BR" dirty="0"/>
              <a:t> 0,0,6,6): MAPE=3, Desvio=3 → RMSPE = </a:t>
            </a:r>
            <a:r>
              <a:rPr lang="pt-BR" dirty="0" err="1"/>
              <a:t>sqrt</a:t>
            </a:r>
            <a:r>
              <a:rPr lang="pt-BR" dirty="0"/>
              <a:t>(9+9) = 4,24%.</a:t>
            </a:r>
          </a:p>
          <a:p>
            <a:r>
              <a:rPr lang="pt-BR" dirty="0"/>
              <a:t>Viés = o quão descentrado está o agrupamento das previsões (erro sistemático)</a:t>
            </a:r>
          </a:p>
          <a:p>
            <a:r>
              <a:rPr lang="pt-BR" dirty="0"/>
              <a:t>DP Erro = o quão espalhados estão as previsões em torno do realizado</a:t>
            </a:r>
          </a:p>
          <a:p>
            <a:r>
              <a:rPr lang="pt-BR" dirty="0"/>
              <a:t>RMSPE = a distância total até o centro — junta os dois: RMSPE² = Viés%² + Dispersão%²</a:t>
            </a:r>
          </a:p>
          <a:p>
            <a:r>
              <a:rPr lang="pt-BR" dirty="0"/>
              <a:t>O RMSPE penaliza os outliers mais que outras métricas</a:t>
            </a:r>
          </a:p>
          <a:p>
            <a:r>
              <a:rPr lang="pt-BR" dirty="0"/>
              <a:t>Mas o mais importante para a escolha é o equilíbrio do </a:t>
            </a:r>
            <a:r>
              <a:rPr lang="pt-BR" dirty="0" err="1"/>
              <a:t>tradeoff</a:t>
            </a:r>
            <a:r>
              <a:rPr lang="pt-BR" dirty="0"/>
              <a:t> viés X variância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DFE7400-CBCC-8CAA-24AD-EB3CFACA90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5" name="Imagem 4" descr="dplyr - Calculating Root Mean Square Percentage Error in R - Stack Overflow">
            <a:extLst>
              <a:ext uri="{FF2B5EF4-FFF2-40B4-BE49-F238E27FC236}">
                <a16:creationId xmlns:a16="http://schemas.microsoft.com/office/drawing/2014/main" id="{48DEE9CF-FE5F-2BA4-3C3B-8844D63C1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497" y="1176180"/>
            <a:ext cx="2612279" cy="68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5854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B8CAE99-3132-81EA-E670-48E0AC7D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15DC10-B86F-1E56-1F01-70429565C0D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Modelo com Correção de Viés</a:t>
            </a:r>
          </a:p>
        </p:txBody>
      </p:sp>
    </p:spTree>
    <p:extLst>
      <p:ext uri="{BB962C8B-B14F-4D97-AF65-F5344CB8AC3E}">
        <p14:creationId xmlns:p14="http://schemas.microsoft.com/office/powerpoint/2010/main" val="20923991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61464FC-929C-1256-E625-C39B9827B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B2C64-2E3B-A2F9-C95D-A42D7CA50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Metodologia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EB52A2E-A2F7-19C1-4017-350D91B2E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é calculado (para cada dia D, modelo a modelo):</a:t>
            </a:r>
          </a:p>
          <a:p>
            <a:r>
              <a:rPr lang="pt-BR" dirty="0"/>
              <a:t>  1. Calcula-se o erro diário: erro = Previsto − Realizado.</a:t>
            </a:r>
          </a:p>
          <a:p>
            <a:r>
              <a:rPr lang="pt-BR" dirty="0"/>
              <a:t>  2. Estima-se o viés recente como a média móvel dos erros dos 10 dias anteriores (janela = 10 dias).</a:t>
            </a:r>
          </a:p>
          <a:p>
            <a:r>
              <a:rPr lang="pt-BR" dirty="0"/>
              <a:t>  3. Previsão corrigida = Previsão original − viés estimado.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CCC1C1A-F487-3F7A-53AD-FEFEAEE0E0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560562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E57DD-D884-15B2-5B79-C0AD47929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AC10F81-B07E-C125-42F6-8450DA403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Melhores Modelos </a:t>
            </a:r>
            <a:r>
              <a:rPr lang="pt-BR" dirty="0" err="1">
                <a:latin typeface="+mj-lt"/>
              </a:rPr>
              <a:t>Qtd</a:t>
            </a:r>
            <a:endParaRPr lang="pt-B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18725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60832-41AB-F876-C7F6-B70A00446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849AE-186D-D343-3FDD-A86E8794A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F4FECC7-7AFA-BF53-AAE3-9ECEFC5476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Tabela Histórico Completo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EAA5DDAB-D410-A6B5-2D5F-564823905D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129039"/>
              </p:ext>
            </p:extLst>
          </p:nvPr>
        </p:nvGraphicFramePr>
        <p:xfrm>
          <a:off x="320675" y="1408113"/>
          <a:ext cx="11550649" cy="283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4860">
                  <a:extLst>
                    <a:ext uri="{9D8B030D-6E8A-4147-A177-3AD203B41FA5}">
                      <a16:colId xmlns:a16="http://schemas.microsoft.com/office/drawing/2014/main" val="3663741946"/>
                    </a:ext>
                  </a:extLst>
                </a:gridCol>
                <a:gridCol w="825258">
                  <a:extLst>
                    <a:ext uri="{9D8B030D-6E8A-4147-A177-3AD203B41FA5}">
                      <a16:colId xmlns:a16="http://schemas.microsoft.com/office/drawing/2014/main" val="3313454843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302275223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003325707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182493952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790758026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365117685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480277467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824827433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967747196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13191700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Posicao</a:t>
                      </a: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Ranking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Medio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32177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275,2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34,06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152/211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81159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0,422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254,6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164/211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59078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264,9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88/211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158/211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85829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SPct+ABR</a:t>
                      </a:r>
                      <a:endParaRPr lang="pt-BR" sz="15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266,6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154/211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59350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SE(ETR)+MMS+BIN+SE(ELAS)+ABR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69,9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144/211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15316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77376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3AAE-A2DA-4BDF-92B0-0C657805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1C3076-F633-53CE-C5E9-252E358D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F171EB-3FE9-3A91-6F66-9338336EF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Selecionamos dois modelos para testar com mais detalhes: SVR e FEAT+ABR-3</a:t>
            </a:r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C3DD39B-D894-CB13-EB46-B88A8CF0A8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8198A39-8E73-3693-1D2D-C7D03D143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402928"/>
            <a:ext cx="12192000" cy="605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505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0B546-52EF-6868-112B-39CC8008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408892-F7AA-DC82-064A-F8DB2CF6E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650C02E-1EF3-60F9-95AD-CE65DE0D2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Selecionamos dois modelos para testar com mais detalhes: SVR e FEAT+ABR-3</a:t>
            </a:r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62CF90E-988C-1327-8CBE-66143E8B44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BFE5C43-E33A-E31F-C0F6-6EA8D7151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074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8327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8687D-7BCD-3B2A-E9EA-02EB8155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75C302-AED7-FA16-F4D9-2723E0FDC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DA5625-4432-4D38-D9BE-EE251E7B8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Selecionamos dois modelos para testar com mais detalhes: SVR e FEAT+ABR-3</a:t>
            </a:r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62DAE7F-8D66-73D6-2615-2AB9E947B8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E4F3FB7-DBAF-53B7-D9FA-2DDF1DC3C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074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1270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64DF7-2E53-C4D9-25C1-1E3E733C7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824001-A20C-539D-CD4D-95B0AA671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1DB391-3CB3-53D1-BD93-DBE4886F8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Selecionamos dois modelos para testar com mais detalhes: SVR e FEAT+ABR-3</a:t>
            </a:r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0F0B991-DF6C-1AAA-B2A1-CCF89E9B96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6393C38-D7CF-4E46-EB3E-1936B730B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9626"/>
            <a:ext cx="12192000" cy="517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307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9B7D8-F39B-3954-3FA3-4B4CC6CB0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822259-726D-D0A5-B66F-46FFFD073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A0DC5D-1908-620F-981B-3F2F0D34A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Selecionamos dois modelos para testar com mais detalhes: SVR e FEAT+ABR-3</a:t>
            </a:r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C1EFB19-5BF6-9B5C-1385-A08B2E630A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D55C9FE-7E92-36B1-286B-614793CF4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277" y="0"/>
            <a:ext cx="76054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504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DAA012C-F7CB-4EF5-AFFE-4DB84798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A204A0-C872-5C12-8592-57B14E940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6"/>
            <a:ext cx="11551668" cy="521566"/>
          </a:xfrm>
        </p:spPr>
        <p:txBody>
          <a:bodyPr anchor="ctr">
            <a:normAutofit/>
          </a:bodyPr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8C24545-338A-E679-E67C-44C661513B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Espaço Reservado para Conteúdo 12">
            <a:extLst>
              <a:ext uri="{FF2B5EF4-FFF2-40B4-BE49-F238E27FC236}">
                <a16:creationId xmlns:a16="http://schemas.microsoft.com/office/drawing/2014/main" id="{8478F138-F1F9-908D-BE05-BE39EE062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E1DB125-DC5D-3925-C375-977DC3FB3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443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1E944-9D7E-829B-1FAA-88A3C655A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A7BBAA-A9A3-9167-D342-70FC95727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7C1C25-755F-5B02-A997-54E0D9D15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80F912-A3DD-DC08-838B-909A57CF50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7979B0B-45E4-F62C-704C-5A961AA13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2845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4E0CF-6549-8CEB-ACDE-5DB76E253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36B73B-F22F-6B12-97C1-2C6B6C384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58A719-9258-4BF9-29C9-BC8C80B97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D172CB3-6E97-2373-A4EA-0751D8EAEC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43BAA0F-A926-2CBD-D255-0DECE85FB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2763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D669E-F740-1BE1-BAF9-EF94D2230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9C3799-B43E-FA03-CC41-84C91D566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4FE015-D022-4C1E-E528-04B5616A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28DC113-DD9E-C8DA-4041-3A80173EBC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9A8E835-7DD7-4626-091F-C17466753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411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28225-A901-4BB5-97BA-730AF9B7A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EAE71D-D189-E705-F8D5-A003E35FF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C1BCCE-B81F-D8BC-D9A5-8CD16A94D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18AC736-F077-628A-78B2-D5098B8393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38730D7-24FC-7EAF-906C-33C8C320A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4180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EE508-9875-AEC9-AF85-D91BA26D3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BAB89F-2D45-A53C-92FD-39C531F15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3ECB9DC-054F-E412-BB63-B0CA5B85B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61DAB0F-8706-C0CB-E041-0B7CD89CEB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5B85BBA-D8E1-5CE0-806F-A1C485197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988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DDACF-AD09-69AC-1467-345023D7D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6A17CC-F6C4-5809-197B-94943D1F0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6689C34-0E4C-FA64-8110-6E11AB5DD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8C9859B-65D4-E94A-8935-FC39370042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D1AB615-B9FE-5377-0885-BB55DECC6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2919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C9B0-5A7E-184D-78EF-8E3A7987C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Espaço Reservado para Conteúdo 9">
            <a:extLst>
              <a:ext uri="{FF2B5EF4-FFF2-40B4-BE49-F238E27FC236}">
                <a16:creationId xmlns:a16="http://schemas.microsoft.com/office/drawing/2014/main" id="{59A6E822-C396-4B70-D7E4-36D41C23EB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9239048"/>
              </p:ext>
            </p:extLst>
          </p:nvPr>
        </p:nvGraphicFramePr>
        <p:xfrm>
          <a:off x="544286" y="0"/>
          <a:ext cx="11193625" cy="6713446"/>
        </p:xfrm>
        <a:graphic>
          <a:graphicData uri="http://schemas.openxmlformats.org/drawingml/2006/table">
            <a:tbl>
              <a:tblPr>
                <a:tableStyleId>{1FECB4D8-DB02-4DC6-A0A2-4F2EBAE1DC90}</a:tableStyleId>
              </a:tblPr>
              <a:tblGrid>
                <a:gridCol w="1006485">
                  <a:extLst>
                    <a:ext uri="{9D8B030D-6E8A-4147-A177-3AD203B41FA5}">
                      <a16:colId xmlns:a16="http://schemas.microsoft.com/office/drawing/2014/main" val="4126824041"/>
                    </a:ext>
                  </a:extLst>
                </a:gridCol>
                <a:gridCol w="800543">
                  <a:extLst>
                    <a:ext uri="{9D8B030D-6E8A-4147-A177-3AD203B41FA5}">
                      <a16:colId xmlns:a16="http://schemas.microsoft.com/office/drawing/2014/main" val="2638676377"/>
                    </a:ext>
                  </a:extLst>
                </a:gridCol>
                <a:gridCol w="1107797">
                  <a:extLst>
                    <a:ext uri="{9D8B030D-6E8A-4147-A177-3AD203B41FA5}">
                      <a16:colId xmlns:a16="http://schemas.microsoft.com/office/drawing/2014/main" val="1182502738"/>
                    </a:ext>
                  </a:extLst>
                </a:gridCol>
                <a:gridCol w="827880">
                  <a:extLst>
                    <a:ext uri="{9D8B030D-6E8A-4147-A177-3AD203B41FA5}">
                      <a16:colId xmlns:a16="http://schemas.microsoft.com/office/drawing/2014/main" val="207647932"/>
                    </a:ext>
                  </a:extLst>
                </a:gridCol>
                <a:gridCol w="827880">
                  <a:extLst>
                    <a:ext uri="{9D8B030D-6E8A-4147-A177-3AD203B41FA5}">
                      <a16:colId xmlns:a16="http://schemas.microsoft.com/office/drawing/2014/main" val="1334845349"/>
                    </a:ext>
                  </a:extLst>
                </a:gridCol>
                <a:gridCol w="827880">
                  <a:extLst>
                    <a:ext uri="{9D8B030D-6E8A-4147-A177-3AD203B41FA5}">
                      <a16:colId xmlns:a16="http://schemas.microsoft.com/office/drawing/2014/main" val="1146393460"/>
                    </a:ext>
                  </a:extLst>
                </a:gridCol>
                <a:gridCol w="827880">
                  <a:extLst>
                    <a:ext uri="{9D8B030D-6E8A-4147-A177-3AD203B41FA5}">
                      <a16:colId xmlns:a16="http://schemas.microsoft.com/office/drawing/2014/main" val="1981782420"/>
                    </a:ext>
                  </a:extLst>
                </a:gridCol>
                <a:gridCol w="827880">
                  <a:extLst>
                    <a:ext uri="{9D8B030D-6E8A-4147-A177-3AD203B41FA5}">
                      <a16:colId xmlns:a16="http://schemas.microsoft.com/office/drawing/2014/main" val="3752845238"/>
                    </a:ext>
                  </a:extLst>
                </a:gridCol>
                <a:gridCol w="827880">
                  <a:extLst>
                    <a:ext uri="{9D8B030D-6E8A-4147-A177-3AD203B41FA5}">
                      <a16:colId xmlns:a16="http://schemas.microsoft.com/office/drawing/2014/main" val="2917033244"/>
                    </a:ext>
                  </a:extLst>
                </a:gridCol>
                <a:gridCol w="827880">
                  <a:extLst>
                    <a:ext uri="{9D8B030D-6E8A-4147-A177-3AD203B41FA5}">
                      <a16:colId xmlns:a16="http://schemas.microsoft.com/office/drawing/2014/main" val="2128408736"/>
                    </a:ext>
                  </a:extLst>
                </a:gridCol>
                <a:gridCol w="827880">
                  <a:extLst>
                    <a:ext uri="{9D8B030D-6E8A-4147-A177-3AD203B41FA5}">
                      <a16:colId xmlns:a16="http://schemas.microsoft.com/office/drawing/2014/main" val="1660871685"/>
                    </a:ext>
                  </a:extLst>
                </a:gridCol>
                <a:gridCol w="508094">
                  <a:extLst>
                    <a:ext uri="{9D8B030D-6E8A-4147-A177-3AD203B41FA5}">
                      <a16:colId xmlns:a16="http://schemas.microsoft.com/office/drawing/2014/main" val="3356970448"/>
                    </a:ext>
                  </a:extLst>
                </a:gridCol>
                <a:gridCol w="1147666">
                  <a:extLst>
                    <a:ext uri="{9D8B030D-6E8A-4147-A177-3AD203B41FA5}">
                      <a16:colId xmlns:a16="http://schemas.microsoft.com/office/drawing/2014/main" val="1856451186"/>
                    </a:ext>
                  </a:extLst>
                </a:gridCol>
              </a:tblGrid>
              <a:tr h="17599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Dia Previsto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Realizado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Previsto_SARIMA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Vies_SARIMA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Previsto_SE(LINE)+SE(SGDR)+ABR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Vies_SE</a:t>
                      </a:r>
                      <a:r>
                        <a:rPr lang="pt-BR" sz="1000" u="none" strike="noStrike" dirty="0">
                          <a:effectLst/>
                        </a:rPr>
                        <a:t>(LINE)+SE(SGDR)+ABR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Previsto_SPct+ABR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Vies_SPct+ABR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Previsto_Pipeline</a:t>
                      </a:r>
                      <a:r>
                        <a:rPr lang="pt-BR" sz="1000" u="none" strike="noStrike" dirty="0">
                          <a:effectLst/>
                        </a:rPr>
                        <a:t> Antiga em </a:t>
                      </a:r>
                      <a:r>
                        <a:rPr lang="pt-BR" sz="1000" u="none" strike="noStrike" dirty="0" err="1">
                          <a:effectLst/>
                        </a:rPr>
                        <a:t>Producao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Vies_Pipeline</a:t>
                      </a:r>
                      <a:r>
                        <a:rPr lang="pt-BR" sz="1000" u="none" strike="noStrike" dirty="0">
                          <a:effectLst/>
                        </a:rPr>
                        <a:t> Antiga em </a:t>
                      </a:r>
                      <a:r>
                        <a:rPr lang="pt-BR" sz="1000" u="none" strike="noStrike" dirty="0" err="1">
                          <a:effectLst/>
                        </a:rPr>
                        <a:t>Producao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Previsto_SE</a:t>
                      </a:r>
                      <a:r>
                        <a:rPr lang="pt-BR" sz="1000" u="none" strike="noStrike" dirty="0">
                          <a:effectLst/>
                        </a:rPr>
                        <a:t>(ETR)+MMS+BIN+SE(ELAS)+ABR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700" u="none" strike="noStrike" dirty="0" err="1">
                          <a:effectLst/>
                        </a:rPr>
                        <a:t>Vies_SE</a:t>
                      </a:r>
                      <a:r>
                        <a:rPr lang="pt-BR" sz="700" u="none" strike="noStrike" dirty="0">
                          <a:effectLst/>
                        </a:rPr>
                        <a:t>(ETR)+MMS+BIN+SE(ELAS)+ABR</a:t>
                      </a:r>
                      <a:endParaRPr lang="pt-BR" sz="7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Melhor </a:t>
                      </a:r>
                      <a:r>
                        <a:rPr lang="pt-BR" sz="1000" u="none" strike="noStrike" dirty="0" err="1">
                          <a:effectLst/>
                        </a:rPr>
                        <a:t>Previsao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/>
                </a:tc>
                <a:extLst>
                  <a:ext uri="{0D108BD9-81ED-4DB2-BD59-A6C34878D82A}">
                    <a16:rowId xmlns:a16="http://schemas.microsoft.com/office/drawing/2014/main" val="4001167764"/>
                  </a:ext>
                </a:extLst>
              </a:tr>
              <a:tr h="13602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02/03/2026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2844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3056,652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-212,652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2935,4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-91,4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2861,8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-17,8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2996,3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-152,3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2935,9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-91,9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SPct+ABR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3331027979"/>
                  </a:ext>
                </a:extLst>
              </a:tr>
              <a:tr h="2684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03/03/2026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2487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2957,69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-470,69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2782,7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-295,7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2872,1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-385,1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2970,3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-483,3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2925,1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-438,1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800" u="none" strike="noStrike" dirty="0">
                          <a:effectLst/>
                        </a:rPr>
                        <a:t>SE(LINE)+SE(SGDR)+ABR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2088318946"/>
                  </a:ext>
                </a:extLst>
              </a:tr>
              <a:tr h="2684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04/03/2026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2680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2892,332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-212,332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2693,9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-13,9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2883,4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-203,4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2678,8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2825,5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-145,5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800" u="none" strike="noStrike" dirty="0">
                          <a:effectLst/>
                        </a:rPr>
                        <a:t>Pipeline Antiga em </a:t>
                      </a:r>
                      <a:r>
                        <a:rPr lang="pt-BR" sz="800" u="none" strike="noStrike" dirty="0" err="1">
                          <a:effectLst/>
                        </a:rPr>
                        <a:t>Producao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3700432498"/>
                  </a:ext>
                </a:extLst>
              </a:tr>
              <a:tr h="2684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05/03/2026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2608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2821,463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-213,463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2717,2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-109,2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2723,3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-115,3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2807,3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-199,3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2855,9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-247,9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800" u="none" strike="noStrike" dirty="0">
                          <a:effectLst/>
                        </a:rPr>
                        <a:t>SE(LINE)+SE(SGDR)+ABR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3631042283"/>
                  </a:ext>
                </a:extLst>
              </a:tr>
              <a:tr h="4009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06/03/2026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2715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2753,091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-38,0909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2776,2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-61,2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2745,7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-30,7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2625,2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89,8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2721,6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-6,6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800" u="none" strike="noStrike" dirty="0">
                          <a:effectLst/>
                        </a:rPr>
                        <a:t>SE(ETR)+MMS+BIN+SE(ELAS)+ABR</a:t>
                      </a:r>
                      <a:endParaRPr lang="pt-BR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3367311598"/>
                  </a:ext>
                </a:extLst>
              </a:tr>
              <a:tr h="2684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09/03/2026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2332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2752,872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-420,872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3001,6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-669,6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2863,5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-531,5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2658,7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-326,7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2711,7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-379,7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Pipeline Antiga em Producao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2118855503"/>
                  </a:ext>
                </a:extLst>
              </a:tr>
              <a:tr h="2684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10/03/2026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2823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2639,318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183,6818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2678,2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144,8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2702,5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120,5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2720,4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102,6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2652,3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170,7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Pipeline Antiga em </a:t>
                      </a:r>
                      <a:r>
                        <a:rPr lang="pt-BR" sz="1000" u="none" strike="noStrike" dirty="0" err="1">
                          <a:effectLst/>
                        </a:rPr>
                        <a:t>Producao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4190547743"/>
                  </a:ext>
                </a:extLst>
              </a:tr>
              <a:tr h="13602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11/03/2026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2989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2698,069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290,9309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2634,3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354,7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2732,1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256,9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2669,2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319,8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2687,4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301,6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SPct+ABR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979260521"/>
                  </a:ext>
                </a:extLst>
              </a:tr>
              <a:tr h="2684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12/03/2026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2975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2788,197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186,8028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3046,9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-71,9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3057,5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-82,5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3268,2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-293,2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3226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-251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SE(LINE)+SE(SGDR)+ABR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1365515364"/>
                  </a:ext>
                </a:extLst>
              </a:tr>
              <a:tr h="13602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13/03/2026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2985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2835,645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149,3545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3023,9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-38,9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2992,1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-7,1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2720,4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264,6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3067,7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-82,7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SPct+ABR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167428633"/>
                  </a:ext>
                </a:extLst>
              </a:tr>
              <a:tr h="13602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16/03/2026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2905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2914,914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-9,91445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2852,3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52,7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2881,4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23,6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2851,2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53,8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2975,4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-70,4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SARIMA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823530261"/>
                  </a:ext>
                </a:extLst>
              </a:tr>
              <a:tr h="4009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17/03/2026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3098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2885,837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212,163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2867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231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2860,4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237,6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2848,2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249,8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3243,8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-145,8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SE(ETR)+MMS+BIN+SE(ELAS)+ABR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2844119290"/>
                  </a:ext>
                </a:extLst>
              </a:tr>
              <a:tr h="13602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18/03/2026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2752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2932,876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-180,876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2997,7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-245,7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3006,2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-254,2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3203,3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-451,3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3041,1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-289,1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SARIMA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3676101461"/>
                  </a:ext>
                </a:extLst>
              </a:tr>
              <a:tr h="4009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19/03/2026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3260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2882,902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377,0981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2946,2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313,8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2945,9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314,1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2748,2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511,8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2952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SE(ETR)+MMS+BIN+SE(ELAS)+ABR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2955468684"/>
                  </a:ext>
                </a:extLst>
              </a:tr>
              <a:tr h="13602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2929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2986,856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-57,8557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2994,2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-65,2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2934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3203,3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-274,3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3025,1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-96,1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SPct+ABR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693816604"/>
                  </a:ext>
                </a:extLst>
              </a:tr>
              <a:tr h="4009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23/03/2026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2958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2995,834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-37,8339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2833,9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124,1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2940,1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17,9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2836,1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121,9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2964,1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-6,1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SE(ETR)+MMS+BIN+SE(ELAS)+ABR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1133778960"/>
                  </a:ext>
                </a:extLst>
              </a:tr>
              <a:tr h="4009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24/03/2026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3246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2947,651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298,349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2885,5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360,5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2893,9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352,1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2875,9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370,1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2985,1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260,9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SE(ETR)+MMS+BIN+SE(ELAS)+ABR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340758935"/>
                  </a:ext>
                </a:extLst>
              </a:tr>
              <a:tr h="2684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25/03/2026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3142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3053,391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88,60903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2946,5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195,5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3004,8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137,2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3119,2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22,8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3044,4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97,6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Pipeline Antiga em Producao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158584585"/>
                  </a:ext>
                </a:extLst>
              </a:tr>
              <a:tr h="4009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3002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3042,327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-40,327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3085,9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-83,9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3032,4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-30,4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3028,9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-26,9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3004,3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SE(ETR)+MMS+BIN+SE(ELAS)+ABR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766575945"/>
                  </a:ext>
                </a:extLst>
              </a:tr>
              <a:tr h="2684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27/03/2026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3322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3054,194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267,8058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3145,4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176,6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3053,1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268,9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3054,8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267,2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3085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237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SE(LINE)+SE(SGDR)+ABR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474385894"/>
                  </a:ext>
                </a:extLst>
              </a:tr>
              <a:tr h="13602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30/03/2026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3279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3139,95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139,0504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2905,7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373,3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2933,1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345,9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2831,3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447,7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2910,8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368,2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SARIMA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2153391754"/>
                  </a:ext>
                </a:extLst>
              </a:tr>
              <a:tr h="4009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31/03/2026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2935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3146,21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-211,21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3017,2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-82,2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3034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-99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3054,8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-119,8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3007,9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-72,9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SE(ETR)+MMS+BIN+SE(ELAS)+ABR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114" marR="4114" marT="4114" marB="0" anchor="b"/>
                </a:tc>
                <a:extLst>
                  <a:ext uri="{0D108BD9-81ED-4DB2-BD59-A6C34878D82A}">
                    <a16:rowId xmlns:a16="http://schemas.microsoft.com/office/drawing/2014/main" val="1491545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20973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2E5E0-2703-9CE0-EE80-D256D2754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305D0C-7AC0-FA3B-6BE7-C4CB4B64C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CE8B22A-62D6-8647-84C0-AAABC0E30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925" y="0"/>
            <a:ext cx="8429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183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949A-203F-228E-F611-6CE5A7947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AE7BC1F-4723-E00C-44BA-8385B78EB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Melhores Modelos Valor</a:t>
            </a:r>
          </a:p>
        </p:txBody>
      </p:sp>
    </p:spTree>
    <p:extLst>
      <p:ext uri="{BB962C8B-B14F-4D97-AF65-F5344CB8AC3E}">
        <p14:creationId xmlns:p14="http://schemas.microsoft.com/office/powerpoint/2010/main" val="17403534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CB88-E571-E916-041B-85B4A54A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51F272-C328-558B-71CC-BF8C90671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298C42F-335D-D3E5-30AA-0EB36792A5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Tabela Histórico Completo</a:t>
            </a:r>
          </a:p>
          <a:p>
            <a:endParaRPr lang="pt-BR" sz="2000" dirty="0"/>
          </a:p>
        </p:txBody>
      </p:sp>
      <p:graphicFrame>
        <p:nvGraphicFramePr>
          <p:cNvPr id="10" name="Espaço Reservado para Conteúdo 9">
            <a:extLst>
              <a:ext uri="{FF2B5EF4-FFF2-40B4-BE49-F238E27FC236}">
                <a16:creationId xmlns:a16="http://schemas.microsoft.com/office/drawing/2014/main" id="{AF312BD8-E3D5-3560-7DA3-1F50EA4ABF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3099945"/>
              </p:ext>
            </p:extLst>
          </p:nvPr>
        </p:nvGraphicFramePr>
        <p:xfrm>
          <a:off x="320675" y="1408113"/>
          <a:ext cx="11550649" cy="4141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6198">
                  <a:extLst>
                    <a:ext uri="{9D8B030D-6E8A-4147-A177-3AD203B41FA5}">
                      <a16:colId xmlns:a16="http://schemas.microsoft.com/office/drawing/2014/main" val="2291063538"/>
                    </a:ext>
                  </a:extLst>
                </a:gridCol>
                <a:gridCol w="843920">
                  <a:extLst>
                    <a:ext uri="{9D8B030D-6E8A-4147-A177-3AD203B41FA5}">
                      <a16:colId xmlns:a16="http://schemas.microsoft.com/office/drawing/2014/main" val="2502059151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590997566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4248661377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489057157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409816294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864238353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2636520442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33724729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2212921392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24425238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Posicao</a:t>
                      </a: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Ranking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5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398925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29997,9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433807,9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39,52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156/211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04643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SARIMAX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8302,9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426761,2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153/209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75946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ExtraTrees(EXT,j90)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79400,8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450801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42,56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164/209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791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POLY+ABR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0,684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113974,9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472644,7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32,44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144/209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30274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SE(ETR)+SE(RFR)+LSVR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134800,5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486255,9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36,01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136/209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06782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MAS+OHE+MAS+OHE+SE(SGDR)+MMS+LSVR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90614,9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502619,6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30,92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76/209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132/209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3597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SE(ETR)+ABR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11,72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130733,2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543600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77,39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143/209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208/209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4504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Voting</a:t>
                      </a: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(GBR+XGB+RFR)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7,97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10,65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134676,1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485427,5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33,35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146/209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90609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3061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9F1FF-F695-010E-EAE7-43527FCD2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AC1B5D4-D24D-9E04-F15B-4192C35C5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Acompanhamento Simples do Erro</a:t>
            </a:r>
          </a:p>
        </p:txBody>
      </p:sp>
    </p:spTree>
    <p:extLst>
      <p:ext uri="{BB962C8B-B14F-4D97-AF65-F5344CB8AC3E}">
        <p14:creationId xmlns:p14="http://schemas.microsoft.com/office/powerpoint/2010/main" val="795134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949C6-4319-DBE9-77C3-D75AFD825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B51E0C1-3D26-872E-BA6E-6C38C7C6D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Modelos Paramétricos de Séries Temporais </a:t>
            </a:r>
          </a:p>
        </p:txBody>
      </p:sp>
    </p:spTree>
    <p:extLst>
      <p:ext uri="{BB962C8B-B14F-4D97-AF65-F5344CB8AC3E}">
        <p14:creationId xmlns:p14="http://schemas.microsoft.com/office/powerpoint/2010/main" val="32514264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85934-4C50-F008-DEE7-A44CAF8F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6FB7FB-EDFB-FC67-6F87-22B6AF977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Teste de </a:t>
            </a:r>
            <a:r>
              <a:rPr lang="pt-BR" dirty="0" err="1"/>
              <a:t>Cointegração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D56423-90B6-6F64-765F-601DA1A4F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Antes de continuar, temos que enxergar que existem duas séries que teoricamente andam juntas</a:t>
            </a:r>
          </a:p>
          <a:p>
            <a:r>
              <a:rPr lang="pt-BR" dirty="0"/>
              <a:t>Esse é o perfil que nos obriga a analisar se faz sentido fazermos </a:t>
            </a:r>
            <a:r>
              <a:rPr lang="pt-BR" dirty="0" err="1"/>
              <a:t>cointegração</a:t>
            </a: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B99ED5B-6880-0560-9423-FD5572F7C1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731259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3FF25-A728-70A4-E745-6E33DC636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11AA1E-9D52-B000-3F68-34DF114B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38AE02-F54F-29B3-3424-8318C0C33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Apesar da pipeline TPOT e os modelos de machine learning fixados responderem bem com poucos dados e serem historicamente validados, para a base atual, que tem uma volumetria bem maior, talvez modelos paramétricos que capturem as dependências temporais façam mais sentido, principalmente por conta da </a:t>
            </a:r>
            <a:r>
              <a:rPr lang="pt-BR" dirty="0" err="1"/>
              <a:t>interpretabilidade</a:t>
            </a:r>
            <a:r>
              <a:rPr lang="pt-BR" dirty="0"/>
              <a:t>.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6FD79DB-6963-AA8F-C2D9-130A03FCA4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0078348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C4930-6EA3-CE1F-A1F8-F8853D8BA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488F34-BB66-B066-5F33-5F992C5C9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Construção da base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7B9BC22-E087-824C-51B2-8BBBBFB27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Semelhante a construção antiga</a:t>
            </a:r>
          </a:p>
          <a:p>
            <a:r>
              <a:rPr lang="pt-BR" dirty="0"/>
              <a:t>Agregação </a:t>
            </a:r>
            <a:r>
              <a:rPr lang="pt-BR" b="1" dirty="0"/>
              <a:t>diária</a:t>
            </a:r>
            <a:r>
              <a:rPr lang="pt-BR" dirty="0"/>
              <a:t> das propostas da etapa 16, apenas em </a:t>
            </a:r>
            <a:r>
              <a:rPr lang="pt-BR" b="1" dirty="0"/>
              <a:t>dias úteis</a:t>
            </a:r>
            <a:r>
              <a:rPr lang="pt-BR" dirty="0"/>
              <a:t> (exclui sábados,</a:t>
            </a:r>
            <a:br>
              <a:rPr lang="pt-BR" dirty="0"/>
            </a:br>
            <a:r>
              <a:rPr lang="pt-BR" dirty="0"/>
              <a:t>domingos e feriados nacionais via </a:t>
            </a:r>
            <a:r>
              <a:rPr lang="pt-BR" dirty="0" err="1"/>
              <a:t>workadays</a:t>
            </a:r>
            <a:r>
              <a:rPr lang="pt-BR" dirty="0"/>
              <a:t>) → sazonalidade semanal regular </a:t>
            </a:r>
            <a:r>
              <a:rPr lang="pt-BR" b="1" dirty="0"/>
              <a:t>m = 5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As duas séries têm o mesmo status:</a:t>
            </a:r>
            <a:r>
              <a:rPr lang="pt-BR" dirty="0"/>
              <a:t> cada uma recebe seleção de ordem, intervenção,</a:t>
            </a:r>
            <a:br>
              <a:rPr lang="pt-BR" dirty="0"/>
            </a:br>
            <a:r>
              <a:rPr lang="pt-BR" dirty="0"/>
              <a:t>ranking e modelo recomendado próprios.</a:t>
            </a:r>
          </a:p>
          <a:p>
            <a:r>
              <a:rPr lang="pt-BR" dirty="0"/>
              <a:t>Histórico: </a:t>
            </a:r>
            <a:r>
              <a:rPr lang="pt-BR" b="1" dirty="0"/>
              <a:t>~410 dias úteis</a:t>
            </a:r>
            <a:r>
              <a:rPr lang="pt-BR" dirty="0"/>
              <a:t> (07/11/2024 → 01/07/2026).</a:t>
            </a:r>
          </a:p>
          <a:p>
            <a:r>
              <a:rPr lang="pt-BR" dirty="0"/>
              <a:t>Janela de avaliação </a:t>
            </a:r>
            <a:r>
              <a:rPr lang="pt-BR" dirty="0" err="1"/>
              <a:t>walk-forward</a:t>
            </a:r>
            <a:r>
              <a:rPr lang="pt-BR" dirty="0"/>
              <a:t>: </a:t>
            </a:r>
            <a:r>
              <a:rPr lang="pt-BR" b="1" dirty="0"/>
              <a:t>N = 209</a:t>
            </a:r>
            <a:r>
              <a:rPr lang="pt-BR" dirty="0"/>
              <a:t> (valor) e </a:t>
            </a:r>
            <a:r>
              <a:rPr lang="pt-BR" b="1" dirty="0"/>
              <a:t>N = 211</a:t>
            </a:r>
            <a:r>
              <a:rPr lang="pt-BR" dirty="0"/>
              <a:t> (quantidade).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F49DFCD-E339-63A1-CE5B-14D509D6D2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5A7645E-A7DD-2FED-4ED0-F60A94A97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7066"/>
            <a:ext cx="12192000" cy="11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5942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3EC6B-F96C-DFB4-A050-A64FD0929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A52D38-A907-1B7F-4316-E2BC3AEF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Teste de </a:t>
            </a:r>
            <a:r>
              <a:rPr lang="pt-BR" dirty="0" err="1"/>
              <a:t>Cointegração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00A55C-424F-E186-0220-A76B9C0B0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Antes de continuar, temos que enxergar que existem duas séries que teoricamente andam juntas</a:t>
            </a:r>
          </a:p>
          <a:p>
            <a:r>
              <a:rPr lang="pt-BR" dirty="0"/>
              <a:t>Esse é o perfil que nos obriga a analisar se faz sentido fazermos </a:t>
            </a:r>
            <a:r>
              <a:rPr lang="pt-BR" dirty="0" err="1"/>
              <a:t>cointegração</a:t>
            </a: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0DE4751-57C8-6F71-EAE8-32898145A9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1698950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5D1BD-BC86-A894-89D3-988CE445C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63F00F-1B83-D859-BEEA-1AF9D82B0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Série de Valor e Eventos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38E695-D4BA-E3E2-D770-E618060A3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Séries com médias móveis de 5 e 20 dias; linhas verticais = dias de intervenção. Ambas</a:t>
            </a:r>
            <a:br>
              <a:rPr lang="pt-BR" dirty="0"/>
            </a:br>
            <a:r>
              <a:rPr lang="pt-BR" dirty="0"/>
              <a:t>mostram </a:t>
            </a:r>
            <a:r>
              <a:rPr lang="pt-BR" b="1" dirty="0"/>
              <a:t>nível que passeia</a:t>
            </a:r>
            <a:r>
              <a:rPr lang="pt-BR" dirty="0"/>
              <a:t> (não-estacionário), </a:t>
            </a:r>
            <a:r>
              <a:rPr lang="pt-BR" b="1" dirty="0"/>
              <a:t>sazonalidade semanal</a:t>
            </a:r>
            <a:r>
              <a:rPr lang="pt-BR" dirty="0"/>
              <a:t> e </a:t>
            </a:r>
            <a:r>
              <a:rPr lang="pt-BR" b="1" dirty="0"/>
              <a:t>quedas</a:t>
            </a:r>
            <a:br>
              <a:rPr lang="pt-BR" b="1" dirty="0"/>
            </a:br>
            <a:r>
              <a:rPr lang="pt-BR" b="1" dirty="0"/>
              <a:t>pontuais</a:t>
            </a:r>
            <a:r>
              <a:rPr lang="pt-BR" dirty="0"/>
              <a:t> nos dias de erro operacional.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E04B8CA-53AF-9F82-8AB3-9782C214AA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C590A42-065E-9C11-BD06-625C18F0D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11660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0487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A9477-0190-31AB-F2CE-63F454C3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1528EB-A89B-66A8-7D52-069EE0A2E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Diferenciação</a:t>
            </a: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A8D0830B-845D-0979-3873-D1D36CB1D9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4911" y="1408113"/>
            <a:ext cx="10982177" cy="4768850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A839CB-7909-DABE-3931-78373DC450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8189932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0A35A-1528-6231-8A10-1449B68FC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307C85-A047-18A6-E541-3AF351483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Decomposição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A9EEF4F-ECE6-969A-510D-6160223C7A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F6F862E-C975-6B9B-40DC-2A9B3EDDE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D0B62C0-70F1-6602-562A-360A32453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621" y="959521"/>
            <a:ext cx="8963880" cy="589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722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32AFE-885F-638A-037B-06A16997A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D44CD-7D6D-1DAA-4394-28D6696C3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Autocorrelação e Função de Autocorrelação Parcial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9B09CBE-FADC-BDF8-4E44-CCE53F0CE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749A73A-72D6-3426-792B-BBF259B2D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7B90799-5235-2983-16CC-E0D87052A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" y="886692"/>
            <a:ext cx="11001375" cy="546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4583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C0520-DF93-29F5-0E69-50EF342B2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195C4A-8F12-2BDE-A518-9BEEFC117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438530-C826-4163-2D9D-B305F9346B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610920B-1D94-A520-6479-0D5D079F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Pela natureza dos dados faz sentido utilizar análise de intervenção para “descontaminar” o ajuste dos dias de outliers explicados pelo log de erro e vésperas de feriado (dias atípicos)</a:t>
            </a:r>
          </a:p>
          <a:p>
            <a:r>
              <a:rPr lang="pt-BR" dirty="0"/>
              <a:t>Em intervenção podemos considerar eventos de intervenção como impulso ou degrau</a:t>
            </a:r>
          </a:p>
          <a:p>
            <a:r>
              <a:rPr lang="pt-BR" dirty="0"/>
              <a:t>No caso, teoricamente temos apenas </a:t>
            </a:r>
            <a:r>
              <a:rPr lang="pt-BR" dirty="0" err="1"/>
              <a:t>apenas</a:t>
            </a:r>
            <a:r>
              <a:rPr lang="pt-BR" dirty="0"/>
              <a:t> impulsos, porque erros operacionais não dão impacto permanente na série</a:t>
            </a:r>
          </a:p>
          <a:p>
            <a:r>
              <a:rPr lang="pt-BR" dirty="0"/>
              <a:t>Função transferência gradual (erros operacionais que tem impacto que decresce gradualmente) ou abrupta (erros operacionais que tem erros que impactam relevantemente apenas um dia)</a:t>
            </a:r>
          </a:p>
          <a:p>
            <a:r>
              <a:rPr lang="pt-BR" dirty="0"/>
              <a:t>EXPLICAR METODOLOGIA DE ESCOLHA DE FUNCAO DE TRANSFERENCIA</a:t>
            </a:r>
          </a:p>
        </p:txBody>
      </p:sp>
    </p:spTree>
    <p:extLst>
      <p:ext uri="{BB962C8B-B14F-4D97-AF65-F5344CB8AC3E}">
        <p14:creationId xmlns:p14="http://schemas.microsoft.com/office/powerpoint/2010/main" val="3057622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010ED-8479-A8A5-2230-FB33444AD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B4AC3A-BE30-70F9-50C9-8ABAEAE28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E3419E7-7C18-037C-7601-418D044E59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5551A78-8F7C-E8B5-2EAB-D3959223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7B58B08-5052-1046-74F8-4B15D7D71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66" y="1509713"/>
            <a:ext cx="1132522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2417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B0808-8991-6154-620A-54E41A928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EAD83C-12C5-8DC7-11C1-A97EFF0B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092D99B-ACAD-A11C-B60B-6B1E1D05F1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84E6304-9DAE-8006-7E13-61474D016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2E9F00D-C4F9-AE8F-777C-A8DAC2EEA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49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1285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16428-F029-29FA-64D4-1095B4C1B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7B5540-7E1C-7AE4-5E75-A1F2C87A9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Série de Quantidade e Eventos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D6E3EB-0459-5D02-A055-5E6AEE451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3F7DF76-F6A5-465E-2468-1176462A08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9725319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e3e25a8-909c-4fe4-b1bc-40ea8258d7e7}" enabled="1" method="Standard" siteId="{45fc95ed-6a44-47aa-84cf-dd2e7fc975b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19422</TotalTime>
  <Words>2485</Words>
  <Application>Microsoft Office PowerPoint</Application>
  <PresentationFormat>Widescreen</PresentationFormat>
  <Paragraphs>719</Paragraphs>
  <Slides>52</Slides>
  <Notes>0</Notes>
  <HiddenSlides>3</HiddenSlides>
  <MMClips>0</MMClips>
  <ScaleCrop>false</ScaleCrop>
  <HeadingPairs>
    <vt:vector size="8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52</vt:i4>
      </vt:variant>
    </vt:vector>
  </HeadingPairs>
  <TitlesOfParts>
    <vt:vector size="59" baseType="lpstr">
      <vt:lpstr>Aptos</vt:lpstr>
      <vt:lpstr>Aptos Display</vt:lpstr>
      <vt:lpstr>Aptos Narrow</vt:lpstr>
      <vt:lpstr>Arial</vt:lpstr>
      <vt:lpstr>Calibri</vt:lpstr>
      <vt:lpstr>Office Theme</vt:lpstr>
      <vt:lpstr>Planilha do Microsoft Excel</vt:lpstr>
      <vt:lpstr>Projeção de Vendas Definição Modelo</vt:lpstr>
      <vt:lpstr>O incremento de canal e produto melhora a previsão? </vt:lpstr>
      <vt:lpstr>Como produto e canal entram no modelo?</vt:lpstr>
      <vt:lpstr>Apresentação do PowerPoint</vt:lpstr>
      <vt:lpstr>Melhores Modelos</vt:lpstr>
      <vt:lpstr>Melhores Modelos</vt:lpstr>
      <vt:lpstr>Melhores Modelos</vt:lpstr>
      <vt:lpstr>Melhores Modelos</vt:lpstr>
      <vt:lpstr>Apresentação do PowerPoint</vt:lpstr>
      <vt:lpstr>  </vt:lpstr>
      <vt:lpstr>  </vt:lpstr>
      <vt:lpstr>  </vt:lpstr>
      <vt:lpstr>Apresentação do PowerPoint</vt:lpstr>
      <vt:lpstr>Apresentação do PowerPoint</vt:lpstr>
      <vt:lpstr>Dias Especiais</vt:lpstr>
      <vt:lpstr>Dias Especiais</vt:lpstr>
      <vt:lpstr>Viés</vt:lpstr>
      <vt:lpstr>Critério de seleção – RMSPE + Viés + Desvio Padrão</vt:lpstr>
      <vt:lpstr>Apresentação do PowerPoint</vt:lpstr>
      <vt:lpstr>Metodologia</vt:lpstr>
      <vt:lpstr>Apresentação do PowerPoint</vt:lpstr>
      <vt:lpstr>Principais Modelos</vt:lpstr>
      <vt:lpstr>Principais Modelos</vt:lpstr>
      <vt:lpstr>Principais Modelos</vt:lpstr>
      <vt:lpstr>Principais Modelos</vt:lpstr>
      <vt:lpstr>Principais Modelos</vt:lpstr>
      <vt:lpstr>Principais Modelos</vt:lpstr>
      <vt:lpstr>Principais Modelos – Janeiro em diante</vt:lpstr>
      <vt:lpstr>Principais Modelos – Janeiro em diante</vt:lpstr>
      <vt:lpstr>Principais Modelos – Janeiro em diante</vt:lpstr>
      <vt:lpstr>Principais Modelos – Janeiro em diante</vt:lpstr>
      <vt:lpstr>Principais Modelos – Recorte Março</vt:lpstr>
      <vt:lpstr>Principais Modelos – Recorte Março</vt:lpstr>
      <vt:lpstr>Principais Modelos – Recorte Março</vt:lpstr>
      <vt:lpstr>Apresentação do PowerPoint</vt:lpstr>
      <vt:lpstr>Apresentação do PowerPoint</vt:lpstr>
      <vt:lpstr>Apresentação do PowerPoint</vt:lpstr>
      <vt:lpstr>Principais Modelos</vt:lpstr>
      <vt:lpstr>Apresentação do PowerPoint</vt:lpstr>
      <vt:lpstr>Apresentação do PowerPoint</vt:lpstr>
      <vt:lpstr>Teste de Cointegração</vt:lpstr>
      <vt:lpstr>Motivação</vt:lpstr>
      <vt:lpstr>Construção da base</vt:lpstr>
      <vt:lpstr>Teste de Cointegração</vt:lpstr>
      <vt:lpstr>Série de Valor e Eventos de Erro</vt:lpstr>
      <vt:lpstr>Diferenciação</vt:lpstr>
      <vt:lpstr>Decomposição</vt:lpstr>
      <vt:lpstr>Função de Autocorrelação e Função de Autocorrelação Parcial</vt:lpstr>
      <vt:lpstr>Intervenção</vt:lpstr>
      <vt:lpstr>Intervenção</vt:lpstr>
      <vt:lpstr>Intervenção</vt:lpstr>
      <vt:lpstr>Série de Quantidade e Eventos de Erro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Ageu de Araujo Machado</dc:creator>
  <cp:lastModifiedBy>DANIEL ALEXANDRE RAMAZZOTTE</cp:lastModifiedBy>
  <cp:revision>20</cp:revision>
  <dcterms:created xsi:type="dcterms:W3CDTF">2024-02-19T00:43:26Z</dcterms:created>
  <dcterms:modified xsi:type="dcterms:W3CDTF">2026-07-06T20:22:33Z</dcterms:modified>
</cp:coreProperties>
</file>