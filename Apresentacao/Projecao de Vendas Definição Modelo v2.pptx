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111"/>
  </p:notesMasterIdLst>
  <p:handoutMasterIdLst>
    <p:handoutMasterId r:id="rId112"/>
  </p:handoutMasterIdLst>
  <p:sldIdLst>
    <p:sldId id="270" r:id="rId2"/>
    <p:sldId id="464" r:id="rId3"/>
    <p:sldId id="419" r:id="rId4"/>
    <p:sldId id="420" r:id="rId5"/>
    <p:sldId id="424" r:id="rId6"/>
    <p:sldId id="423" r:id="rId7"/>
    <p:sldId id="466" r:id="rId8"/>
    <p:sldId id="443" r:id="rId9"/>
    <p:sldId id="421" r:id="rId10"/>
    <p:sldId id="440" r:id="rId11"/>
    <p:sldId id="447" r:id="rId12"/>
    <p:sldId id="467" r:id="rId13"/>
    <p:sldId id="439" r:id="rId14"/>
    <p:sldId id="586" r:id="rId15"/>
    <p:sldId id="469" r:id="rId16"/>
    <p:sldId id="500" r:id="rId17"/>
    <p:sldId id="501" r:id="rId18"/>
    <p:sldId id="531" r:id="rId19"/>
    <p:sldId id="471" r:id="rId20"/>
    <p:sldId id="470" r:id="rId21"/>
    <p:sldId id="475" r:id="rId22"/>
    <p:sldId id="519" r:id="rId23"/>
    <p:sldId id="540" r:id="rId24"/>
    <p:sldId id="541" r:id="rId25"/>
    <p:sldId id="542" r:id="rId26"/>
    <p:sldId id="543" r:id="rId27"/>
    <p:sldId id="544" r:id="rId28"/>
    <p:sldId id="546" r:id="rId29"/>
    <p:sldId id="601" r:id="rId30"/>
    <p:sldId id="547" r:id="rId31"/>
    <p:sldId id="548" r:id="rId32"/>
    <p:sldId id="549" r:id="rId33"/>
    <p:sldId id="602" r:id="rId34"/>
    <p:sldId id="550" r:id="rId35"/>
    <p:sldId id="551" r:id="rId36"/>
    <p:sldId id="552" r:id="rId37"/>
    <p:sldId id="545" r:id="rId38"/>
    <p:sldId id="530" r:id="rId39"/>
    <p:sldId id="522" r:id="rId40"/>
    <p:sldId id="539" r:id="rId41"/>
    <p:sldId id="523" r:id="rId42"/>
    <p:sldId id="524" r:id="rId43"/>
    <p:sldId id="526" r:id="rId44"/>
    <p:sldId id="476" r:id="rId45"/>
    <p:sldId id="603" r:id="rId46"/>
    <p:sldId id="518" r:id="rId47"/>
    <p:sldId id="553" r:id="rId48"/>
    <p:sldId id="554" r:id="rId49"/>
    <p:sldId id="555" r:id="rId50"/>
    <p:sldId id="556" r:id="rId51"/>
    <p:sldId id="557" r:id="rId52"/>
    <p:sldId id="571" r:id="rId53"/>
    <p:sldId id="599" r:id="rId54"/>
    <p:sldId id="565" r:id="rId55"/>
    <p:sldId id="567" r:id="rId56"/>
    <p:sldId id="568" r:id="rId57"/>
    <p:sldId id="600" r:id="rId58"/>
    <p:sldId id="566" r:id="rId59"/>
    <p:sldId id="569" r:id="rId60"/>
    <p:sldId id="570" r:id="rId61"/>
    <p:sldId id="558" r:id="rId62"/>
    <p:sldId id="559" r:id="rId63"/>
    <p:sldId id="560" r:id="rId64"/>
    <p:sldId id="561" r:id="rId65"/>
    <p:sldId id="562" r:id="rId66"/>
    <p:sldId id="563" r:id="rId67"/>
    <p:sldId id="564" r:id="rId68"/>
    <p:sldId id="532" r:id="rId69"/>
    <p:sldId id="533" r:id="rId70"/>
    <p:sldId id="535" r:id="rId71"/>
    <p:sldId id="536" r:id="rId72"/>
    <p:sldId id="578" r:id="rId73"/>
    <p:sldId id="580" r:id="rId74"/>
    <p:sldId id="579" r:id="rId75"/>
    <p:sldId id="534" r:id="rId76"/>
    <p:sldId id="538" r:id="rId77"/>
    <p:sldId id="584" r:id="rId78"/>
    <p:sldId id="581" r:id="rId79"/>
    <p:sldId id="582" r:id="rId80"/>
    <p:sldId id="585" r:id="rId81"/>
    <p:sldId id="583" r:id="rId82"/>
    <p:sldId id="502" r:id="rId83"/>
    <p:sldId id="517" r:id="rId84"/>
    <p:sldId id="503" r:id="rId85"/>
    <p:sldId id="504" r:id="rId86"/>
    <p:sldId id="587" r:id="rId87"/>
    <p:sldId id="505" r:id="rId88"/>
    <p:sldId id="507" r:id="rId89"/>
    <p:sldId id="508" r:id="rId90"/>
    <p:sldId id="509" r:id="rId91"/>
    <p:sldId id="572" r:id="rId92"/>
    <p:sldId id="573" r:id="rId93"/>
    <p:sldId id="510" r:id="rId94"/>
    <p:sldId id="576" r:id="rId95"/>
    <p:sldId id="577" r:id="rId96"/>
    <p:sldId id="511" r:id="rId97"/>
    <p:sldId id="512" r:id="rId98"/>
    <p:sldId id="588" r:id="rId99"/>
    <p:sldId id="589" r:id="rId100"/>
    <p:sldId id="590" r:id="rId101"/>
    <p:sldId id="591" r:id="rId102"/>
    <p:sldId id="593" r:id="rId103"/>
    <p:sldId id="592" r:id="rId104"/>
    <p:sldId id="574" r:id="rId105"/>
    <p:sldId id="506" r:id="rId106"/>
    <p:sldId id="594" r:id="rId107"/>
    <p:sldId id="595" r:id="rId108"/>
    <p:sldId id="598" r:id="rId109"/>
    <p:sldId id="597" r:id="rId1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E6DC68D6-4DEC-447F-B079-8F21A023B233}">
          <p14:sldIdLst>
            <p14:sldId id="270"/>
          </p14:sldIdLst>
        </p14:section>
        <p14:section name="Canal e Produto" id="{9DBCA0D3-A60E-4398-AC4B-89C009A66753}">
          <p14:sldIdLst>
            <p14:sldId id="464"/>
            <p14:sldId id="419"/>
            <p14:sldId id="420"/>
            <p14:sldId id="424"/>
            <p14:sldId id="423"/>
            <p14:sldId id="466"/>
            <p14:sldId id="443"/>
            <p14:sldId id="421"/>
            <p14:sldId id="440"/>
            <p14:sldId id="447"/>
            <p14:sldId id="467"/>
            <p14:sldId id="439"/>
            <p14:sldId id="586"/>
          </p14:sldIdLst>
        </p14:section>
        <p14:section name="Dias Intervenção" id="{586DB196-83B5-4509-9D80-57114D03AF94}">
          <p14:sldIdLst>
            <p14:sldId id="469"/>
            <p14:sldId id="500"/>
            <p14:sldId id="501"/>
            <p14:sldId id="531"/>
            <p14:sldId id="471"/>
            <p14:sldId id="470"/>
          </p14:sldIdLst>
        </p14:section>
        <p14:section name="Quantidade" id="{9F1D9DD6-3199-40DC-BED2-CFCD99F54D62}">
          <p14:sldIdLst>
            <p14:sldId id="475"/>
            <p14:sldId id="519"/>
            <p14:sldId id="540"/>
            <p14:sldId id="541"/>
            <p14:sldId id="542"/>
            <p14:sldId id="543"/>
            <p14:sldId id="544"/>
            <p14:sldId id="546"/>
            <p14:sldId id="601"/>
            <p14:sldId id="547"/>
            <p14:sldId id="548"/>
            <p14:sldId id="549"/>
            <p14:sldId id="602"/>
            <p14:sldId id="550"/>
            <p14:sldId id="551"/>
            <p14:sldId id="552"/>
            <p14:sldId id="545"/>
            <p14:sldId id="530"/>
            <p14:sldId id="522"/>
            <p14:sldId id="539"/>
            <p14:sldId id="523"/>
            <p14:sldId id="524"/>
            <p14:sldId id="526"/>
          </p14:sldIdLst>
        </p14:section>
        <p14:section name="Valor" id="{496BC03E-5D6A-48EC-A16A-123090DECF85}">
          <p14:sldIdLst>
            <p14:sldId id="476"/>
            <p14:sldId id="603"/>
            <p14:sldId id="518"/>
            <p14:sldId id="553"/>
            <p14:sldId id="554"/>
            <p14:sldId id="555"/>
            <p14:sldId id="556"/>
            <p14:sldId id="557"/>
            <p14:sldId id="571"/>
            <p14:sldId id="599"/>
            <p14:sldId id="565"/>
            <p14:sldId id="567"/>
            <p14:sldId id="568"/>
            <p14:sldId id="600"/>
            <p14:sldId id="566"/>
            <p14:sldId id="569"/>
            <p14:sldId id="570"/>
            <p14:sldId id="558"/>
            <p14:sldId id="559"/>
            <p14:sldId id="560"/>
            <p14:sldId id="561"/>
            <p14:sldId id="562"/>
            <p14:sldId id="563"/>
            <p14:sldId id="564"/>
          </p14:sldIdLst>
        </p14:section>
        <p14:section name="Totais Mensais" id="{23949224-C1E3-4FEC-90B1-09B8541ED993}">
          <p14:sldIdLst>
            <p14:sldId id="532"/>
            <p14:sldId id="533"/>
            <p14:sldId id="535"/>
            <p14:sldId id="536"/>
            <p14:sldId id="578"/>
            <p14:sldId id="580"/>
            <p14:sldId id="579"/>
            <p14:sldId id="534"/>
            <p14:sldId id="538"/>
            <p14:sldId id="584"/>
            <p14:sldId id="581"/>
            <p14:sldId id="582"/>
            <p14:sldId id="585"/>
            <p14:sldId id="583"/>
          </p14:sldIdLst>
        </p14:section>
        <p14:section name="Séries Temporais" id="{0362938B-3299-44E5-AE11-2D0370895A46}">
          <p14:sldIdLst>
            <p14:sldId id="502"/>
            <p14:sldId id="517"/>
            <p14:sldId id="503"/>
            <p14:sldId id="504"/>
            <p14:sldId id="587"/>
            <p14:sldId id="505"/>
            <p14:sldId id="507"/>
            <p14:sldId id="508"/>
            <p14:sldId id="509"/>
            <p14:sldId id="572"/>
            <p14:sldId id="573"/>
            <p14:sldId id="510"/>
            <p14:sldId id="576"/>
            <p14:sldId id="577"/>
            <p14:sldId id="511"/>
            <p14:sldId id="512"/>
            <p14:sldId id="588"/>
            <p14:sldId id="589"/>
            <p14:sldId id="590"/>
            <p14:sldId id="591"/>
            <p14:sldId id="593"/>
            <p14:sldId id="592"/>
            <p14:sldId id="574"/>
            <p14:sldId id="506"/>
            <p14:sldId id="594"/>
            <p14:sldId id="595"/>
            <p14:sldId id="598"/>
            <p14:sldId id="59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2F2F2"/>
    <a:srgbClr val="D9D9D9"/>
    <a:srgbClr val="163056"/>
    <a:srgbClr val="83CBEB"/>
    <a:srgbClr val="AFD0DF"/>
    <a:srgbClr val="156082"/>
    <a:srgbClr val="F1F1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51A516-37F2-4EB7-A194-87B654ED3CBD}" v="49" dt="2026-06-12T14:27:52.1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Estilo Médio 3 - Ênfas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Estilo E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F1AB2-1976-4502-BF36-3FF5EA218861}" styleName="Estilo Médio 4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03447BB-5D67-496B-8E87-E561075AD55C}" styleName="Estilo Escuro 1 - Ênfase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FECB4D8-DB02-4DC6-A0A2-4F2EBAE1DC90}" styleName="Estilo Médio 1 - Ênfas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C083E6E3-FA7D-4D7B-A595-EF9225AFEA82}" styleName="Estilo Claro 1 - Ênfas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Estilo Claro 3 - Ênfase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Estilo Claro 3 - Ênfase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46F890A9-2807-4EBB-B81D-B2AA78EC7F39}" styleName="Estilo Escuro 2 - Ênfase 5/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Estilo Escuro 2 - Ênfase 3/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E171933-4619-4E11-9A3F-F7608DF75F80}" styleName="Estilo Médio 1 - Ênfas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C4B1156A-380E-4F78-BDF5-A606A8083BF9}" styleName="Estilo Médio 4 - Ênfas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7AC3CCA-C797-4891-BE02-D94E43425B78}" styleName="Estilo Mé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98" autoAdjust="0"/>
    <p:restoredTop sz="93525" autoAdjust="0"/>
  </p:normalViewPr>
  <p:slideViewPr>
    <p:cSldViewPr snapToGrid="0">
      <p:cViewPr varScale="1">
        <p:scale>
          <a:sx n="103" d="100"/>
          <a:sy n="103" d="100"/>
        </p:scale>
        <p:origin x="918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microsoft.com/office/2016/11/relationships/changesInfo" Target="changesInfos/changesInfo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handoutMaster" Target="handoutMasters/handoutMaster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presProps" Target="presProps.xml"/><Relationship Id="rId118" Type="http://schemas.microsoft.com/office/2015/10/relationships/revisionInfo" Target="revisionInfo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notesMaster" Target="notesMasters/notesMaster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ALEXANDRE RAMAZZOTTE" userId="da9cca94-9105-482e-b155-cd7f190409a2" providerId="ADAL" clId="{4DBF0956-1C20-4CE2-B598-1C28127E1380}"/>
    <pc:docChg chg="undo custSel addSld delSld modSld sldOrd">
      <pc:chgData name="DANIEL ALEXANDRE RAMAZZOTTE" userId="da9cca94-9105-482e-b155-cd7f190409a2" providerId="ADAL" clId="{4DBF0956-1C20-4CE2-B598-1C28127E1380}" dt="2026-06-12T14:34:39.793" v="2972" actId="115"/>
      <pc:docMkLst>
        <pc:docMk/>
      </pc:docMkLst>
      <pc:sldChg chg="del">
        <pc:chgData name="DANIEL ALEXANDRE RAMAZZOTTE" userId="da9cca94-9105-482e-b155-cd7f190409a2" providerId="ADAL" clId="{4DBF0956-1C20-4CE2-B598-1C28127E1380}" dt="2026-06-11T16:20:55.183" v="0" actId="47"/>
        <pc:sldMkLst>
          <pc:docMk/>
          <pc:sldMk cId="3374596944" sldId="258"/>
        </pc:sldMkLst>
      </pc:sldChg>
      <pc:sldChg chg="modSp mod">
        <pc:chgData name="DANIEL ALEXANDRE RAMAZZOTTE" userId="da9cca94-9105-482e-b155-cd7f190409a2" providerId="ADAL" clId="{4DBF0956-1C20-4CE2-B598-1C28127E1380}" dt="2026-06-11T16:21:02.517" v="17" actId="20577"/>
        <pc:sldMkLst>
          <pc:docMk/>
          <pc:sldMk cId="458569887" sldId="270"/>
        </pc:sldMkLst>
        <pc:spChg chg="mod">
          <ac:chgData name="DANIEL ALEXANDRE RAMAZZOTTE" userId="da9cca94-9105-482e-b155-cd7f190409a2" providerId="ADAL" clId="{4DBF0956-1C20-4CE2-B598-1C28127E1380}" dt="2026-06-11T16:21:02.517" v="17" actId="20577"/>
          <ac:spMkLst>
            <pc:docMk/>
            <pc:sldMk cId="458569887" sldId="270"/>
            <ac:spMk id="2" creationId="{8A180C42-865C-6B97-E210-54FBBB62A150}"/>
          </ac:spMkLst>
        </pc:spChg>
      </pc:sldChg>
      <pc:sldChg chg="del">
        <pc:chgData name="DANIEL ALEXANDRE RAMAZZOTTE" userId="da9cca94-9105-482e-b155-cd7f190409a2" providerId="ADAL" clId="{4DBF0956-1C20-4CE2-B598-1C28127E1380}" dt="2026-06-11T16:23:36.143" v="71" actId="47"/>
        <pc:sldMkLst>
          <pc:docMk/>
          <pc:sldMk cId="1621429766" sldId="399"/>
        </pc:sldMkLst>
      </pc:sldChg>
      <pc:sldChg chg="ord">
        <pc:chgData name="DANIEL ALEXANDRE RAMAZZOTTE" userId="da9cca94-9105-482e-b155-cd7f190409a2" providerId="ADAL" clId="{4DBF0956-1C20-4CE2-B598-1C28127E1380}" dt="2026-06-11T16:22:44.683" v="68"/>
        <pc:sldMkLst>
          <pc:docMk/>
          <pc:sldMk cId="4050165043" sldId="402"/>
        </pc:sldMkLst>
      </pc:sldChg>
      <pc:sldChg chg="del">
        <pc:chgData name="DANIEL ALEXANDRE RAMAZZOTTE" userId="da9cca94-9105-482e-b155-cd7f190409a2" providerId="ADAL" clId="{4DBF0956-1C20-4CE2-B598-1C28127E1380}" dt="2026-06-11T16:24:29.679" v="75" actId="47"/>
        <pc:sldMkLst>
          <pc:docMk/>
          <pc:sldMk cId="404527320" sldId="404"/>
        </pc:sldMkLst>
      </pc:sldChg>
      <pc:sldChg chg="ord">
        <pc:chgData name="DANIEL ALEXANDRE RAMAZZOTTE" userId="da9cca94-9105-482e-b155-cd7f190409a2" providerId="ADAL" clId="{4DBF0956-1C20-4CE2-B598-1C28127E1380}" dt="2026-06-11T16:22:56.251" v="70"/>
        <pc:sldMkLst>
          <pc:docMk/>
          <pc:sldMk cId="1443811433" sldId="407"/>
        </pc:sldMkLst>
      </pc:sldChg>
      <pc:sldChg chg="ord">
        <pc:chgData name="DANIEL ALEXANDRE RAMAZZOTTE" userId="da9cca94-9105-482e-b155-cd7f190409a2" providerId="ADAL" clId="{4DBF0956-1C20-4CE2-B598-1C28127E1380}" dt="2026-06-11T16:22:14.638" v="60"/>
        <pc:sldMkLst>
          <pc:docMk/>
          <pc:sldMk cId="3951923848" sldId="410"/>
        </pc:sldMkLst>
      </pc:sldChg>
      <pc:sldChg chg="del">
        <pc:chgData name="DANIEL ALEXANDRE RAMAZZOTTE" userId="da9cca94-9105-482e-b155-cd7f190409a2" providerId="ADAL" clId="{4DBF0956-1C20-4CE2-B598-1C28127E1380}" dt="2026-06-11T16:24:33.964" v="76" actId="47"/>
        <pc:sldMkLst>
          <pc:docMk/>
          <pc:sldMk cId="664617425" sldId="411"/>
        </pc:sldMkLst>
      </pc:sldChg>
      <pc:sldChg chg="del">
        <pc:chgData name="DANIEL ALEXANDRE RAMAZZOTTE" userId="da9cca94-9105-482e-b155-cd7f190409a2" providerId="ADAL" clId="{4DBF0956-1C20-4CE2-B598-1C28127E1380}" dt="2026-06-11T16:24:34.651" v="77" actId="47"/>
        <pc:sldMkLst>
          <pc:docMk/>
          <pc:sldMk cId="3000009908" sldId="412"/>
        </pc:sldMkLst>
      </pc:sldChg>
      <pc:sldChg chg="del">
        <pc:chgData name="DANIEL ALEXANDRE RAMAZZOTTE" userId="da9cca94-9105-482e-b155-cd7f190409a2" providerId="ADAL" clId="{4DBF0956-1C20-4CE2-B598-1C28127E1380}" dt="2026-06-11T16:24:43.283" v="78" actId="47"/>
        <pc:sldMkLst>
          <pc:docMk/>
          <pc:sldMk cId="24492108" sldId="413"/>
        </pc:sldMkLst>
      </pc:sldChg>
      <pc:sldChg chg="modSp del mod">
        <pc:chgData name="DANIEL ALEXANDRE RAMAZZOTTE" userId="da9cca94-9105-482e-b155-cd7f190409a2" providerId="ADAL" clId="{4DBF0956-1C20-4CE2-B598-1C28127E1380}" dt="2026-06-11T16:22:20.076" v="61" actId="47"/>
        <pc:sldMkLst>
          <pc:docMk/>
          <pc:sldMk cId="2419712028" sldId="414"/>
        </pc:sldMkLst>
        <pc:spChg chg="mod">
          <ac:chgData name="DANIEL ALEXANDRE RAMAZZOTTE" userId="da9cca94-9105-482e-b155-cd7f190409a2" providerId="ADAL" clId="{4DBF0956-1C20-4CE2-B598-1C28127E1380}" dt="2026-06-11T16:21:21.612" v="58" actId="20577"/>
          <ac:spMkLst>
            <pc:docMk/>
            <pc:sldMk cId="2419712028" sldId="414"/>
            <ac:spMk id="3" creationId="{F36DAF7B-4C52-1C76-AF38-8F4BE8F7A5C5}"/>
          </ac:spMkLst>
        </pc:spChg>
      </pc:sldChg>
      <pc:sldChg chg="del">
        <pc:chgData name="DANIEL ALEXANDRE RAMAZZOTTE" userId="da9cca94-9105-482e-b155-cd7f190409a2" providerId="ADAL" clId="{4DBF0956-1C20-4CE2-B598-1C28127E1380}" dt="2026-06-11T16:22:32.087" v="64" actId="47"/>
        <pc:sldMkLst>
          <pc:docMk/>
          <pc:sldMk cId="1241049180" sldId="416"/>
        </pc:sldMkLst>
      </pc:sldChg>
      <pc:sldChg chg="del">
        <pc:chgData name="DANIEL ALEXANDRE RAMAZZOTTE" userId="da9cca94-9105-482e-b155-cd7f190409a2" providerId="ADAL" clId="{4DBF0956-1C20-4CE2-B598-1C28127E1380}" dt="2026-06-11T16:22:26.443" v="62" actId="47"/>
        <pc:sldMkLst>
          <pc:docMk/>
          <pc:sldMk cId="3198394598" sldId="417"/>
        </pc:sldMkLst>
      </pc:sldChg>
      <pc:sldChg chg="modSp mod">
        <pc:chgData name="DANIEL ALEXANDRE RAMAZZOTTE" userId="da9cca94-9105-482e-b155-cd7f190409a2" providerId="ADAL" clId="{4DBF0956-1C20-4CE2-B598-1C28127E1380}" dt="2026-06-12T14:34:39.793" v="2972" actId="115"/>
        <pc:sldMkLst>
          <pc:docMk/>
          <pc:sldMk cId="906136001" sldId="418"/>
        </pc:sldMkLst>
        <pc:spChg chg="mod">
          <ac:chgData name="DANIEL ALEXANDRE RAMAZZOTTE" userId="da9cca94-9105-482e-b155-cd7f190409a2" providerId="ADAL" clId="{4DBF0956-1C20-4CE2-B598-1C28127E1380}" dt="2026-06-12T14:34:38.799" v="2971" actId="115"/>
          <ac:spMkLst>
            <pc:docMk/>
            <pc:sldMk cId="906136001" sldId="418"/>
            <ac:spMk id="2" creationId="{1A7262ED-2F44-1E59-EC7B-A7E932267856}"/>
          </ac:spMkLst>
        </pc:spChg>
        <pc:spChg chg="mod">
          <ac:chgData name="DANIEL ALEXANDRE RAMAZZOTTE" userId="da9cca94-9105-482e-b155-cd7f190409a2" providerId="ADAL" clId="{4DBF0956-1C20-4CE2-B598-1C28127E1380}" dt="2026-06-12T14:34:39.793" v="2972" actId="115"/>
          <ac:spMkLst>
            <pc:docMk/>
            <pc:sldMk cId="906136001" sldId="418"/>
            <ac:spMk id="3" creationId="{1EA34EBA-87E9-8C32-6B89-D2909DC6FDB5}"/>
          </ac:spMkLst>
        </pc:spChg>
      </pc:sldChg>
      <pc:sldChg chg="new del">
        <pc:chgData name="DANIEL ALEXANDRE RAMAZZOTTE" userId="da9cca94-9105-482e-b155-cd7f190409a2" providerId="ADAL" clId="{4DBF0956-1C20-4CE2-B598-1C28127E1380}" dt="2026-06-11T16:25:10.512" v="80" actId="47"/>
        <pc:sldMkLst>
          <pc:docMk/>
          <pc:sldMk cId="755576303" sldId="419"/>
        </pc:sldMkLst>
      </pc:sldChg>
      <pc:sldChg chg="modSp new mod ord">
        <pc:chgData name="DANIEL ALEXANDRE RAMAZZOTTE" userId="da9cca94-9105-482e-b155-cd7f190409a2" providerId="ADAL" clId="{4DBF0956-1C20-4CE2-B598-1C28127E1380}" dt="2026-06-11T17:49:11.189" v="1914" actId="115"/>
        <pc:sldMkLst>
          <pc:docMk/>
          <pc:sldMk cId="2513574783" sldId="419"/>
        </pc:sldMkLst>
        <pc:spChg chg="mod">
          <ac:chgData name="DANIEL ALEXANDRE RAMAZZOTTE" userId="da9cca94-9105-482e-b155-cd7f190409a2" providerId="ADAL" clId="{4DBF0956-1C20-4CE2-B598-1C28127E1380}" dt="2026-06-11T16:31:14.717" v="586" actId="20577"/>
          <ac:spMkLst>
            <pc:docMk/>
            <pc:sldMk cId="2513574783" sldId="419"/>
            <ac:spMk id="2" creationId="{935815B4-EC2C-AA77-A619-BD3713F1B07B}"/>
          </ac:spMkLst>
        </pc:spChg>
        <pc:spChg chg="mod">
          <ac:chgData name="DANIEL ALEXANDRE RAMAZZOTTE" userId="da9cca94-9105-482e-b155-cd7f190409a2" providerId="ADAL" clId="{4DBF0956-1C20-4CE2-B598-1C28127E1380}" dt="2026-06-11T17:49:11.189" v="1914" actId="115"/>
          <ac:spMkLst>
            <pc:docMk/>
            <pc:sldMk cId="2513574783" sldId="419"/>
            <ac:spMk id="3" creationId="{144B7059-BB86-9377-E822-221BAD513B32}"/>
          </ac:spMkLst>
        </pc:spChg>
      </pc:sldChg>
      <pc:sldChg chg="del">
        <pc:chgData name="DANIEL ALEXANDRE RAMAZZOTTE" userId="da9cca94-9105-482e-b155-cd7f190409a2" providerId="ADAL" clId="{4DBF0956-1C20-4CE2-B598-1C28127E1380}" dt="2026-06-11T16:24:12.723" v="74" actId="47"/>
        <pc:sldMkLst>
          <pc:docMk/>
          <pc:sldMk cId="3011455512" sldId="419"/>
        </pc:sldMkLst>
      </pc:sldChg>
      <pc:sldChg chg="del">
        <pc:chgData name="DANIEL ALEXANDRE RAMAZZOTTE" userId="da9cca94-9105-482e-b155-cd7f190409a2" providerId="ADAL" clId="{4DBF0956-1C20-4CE2-B598-1C28127E1380}" dt="2026-06-11T16:23:39.393" v="72" actId="47"/>
        <pc:sldMkLst>
          <pc:docMk/>
          <pc:sldMk cId="2956105961" sldId="420"/>
        </pc:sldMkLst>
      </pc:sldChg>
      <pc:sldChg chg="modSp add mod">
        <pc:chgData name="DANIEL ALEXANDRE RAMAZZOTTE" userId="da9cca94-9105-482e-b155-cd7f190409a2" providerId="ADAL" clId="{4DBF0956-1C20-4CE2-B598-1C28127E1380}" dt="2026-06-11T16:30:06.994" v="541" actId="20577"/>
        <pc:sldMkLst>
          <pc:docMk/>
          <pc:sldMk cId="3339084275" sldId="420"/>
        </pc:sldMkLst>
        <pc:spChg chg="mod">
          <ac:chgData name="DANIEL ALEXANDRE RAMAZZOTTE" userId="da9cca94-9105-482e-b155-cd7f190409a2" providerId="ADAL" clId="{4DBF0956-1C20-4CE2-B598-1C28127E1380}" dt="2026-06-11T16:30:06.994" v="541" actId="20577"/>
          <ac:spMkLst>
            <pc:docMk/>
            <pc:sldMk cId="3339084275" sldId="420"/>
            <ac:spMk id="3" creationId="{9A0A699E-C5E9-0DCD-9FB3-E8D60FA23676}"/>
          </ac:spMkLst>
        </pc:spChg>
      </pc:sldChg>
      <pc:sldChg chg="modSp add mod">
        <pc:chgData name="DANIEL ALEXANDRE RAMAZZOTTE" userId="da9cca94-9105-482e-b155-cd7f190409a2" providerId="ADAL" clId="{4DBF0956-1C20-4CE2-B598-1C28127E1380}" dt="2026-06-11T16:30:14.901" v="547" actId="20577"/>
        <pc:sldMkLst>
          <pc:docMk/>
          <pc:sldMk cId="259035526" sldId="421"/>
        </pc:sldMkLst>
        <pc:spChg chg="mod">
          <ac:chgData name="DANIEL ALEXANDRE RAMAZZOTTE" userId="da9cca94-9105-482e-b155-cd7f190409a2" providerId="ADAL" clId="{4DBF0956-1C20-4CE2-B598-1C28127E1380}" dt="2026-06-11T16:30:14.901" v="547" actId="20577"/>
          <ac:spMkLst>
            <pc:docMk/>
            <pc:sldMk cId="259035526" sldId="421"/>
            <ac:spMk id="3" creationId="{EE4B7E52-ED4E-244B-7BC3-56504D6B4EBC}"/>
          </ac:spMkLst>
        </pc:spChg>
      </pc:sldChg>
      <pc:sldChg chg="del">
        <pc:chgData name="DANIEL ALEXANDRE RAMAZZOTTE" userId="da9cca94-9105-482e-b155-cd7f190409a2" providerId="ADAL" clId="{4DBF0956-1C20-4CE2-B598-1C28127E1380}" dt="2026-06-11T16:23:40.848" v="73" actId="47"/>
        <pc:sldMkLst>
          <pc:docMk/>
          <pc:sldMk cId="1903210242" sldId="421"/>
        </pc:sldMkLst>
      </pc:sldChg>
      <pc:sldChg chg="addSp delSp modSp add del mod ord modClrScheme chgLayout">
        <pc:chgData name="DANIEL ALEXANDRE RAMAZZOTTE" userId="da9cca94-9105-482e-b155-cd7f190409a2" providerId="ADAL" clId="{4DBF0956-1C20-4CE2-B598-1C28127E1380}" dt="2026-06-11T18:26:22.758" v="2015" actId="47"/>
        <pc:sldMkLst>
          <pc:docMk/>
          <pc:sldMk cId="289734510" sldId="422"/>
        </pc:sldMkLst>
        <pc:spChg chg="del">
          <ac:chgData name="DANIEL ALEXANDRE RAMAZZOTTE" userId="da9cca94-9105-482e-b155-cd7f190409a2" providerId="ADAL" clId="{4DBF0956-1C20-4CE2-B598-1C28127E1380}" dt="2026-06-11T18:22:04.238" v="1992" actId="26606"/>
          <ac:spMkLst>
            <pc:docMk/>
            <pc:sldMk cId="289734510" sldId="422"/>
            <ac:spMk id="2" creationId="{7B6DBB6C-33F7-5404-AE98-1A97AB0B5AAF}"/>
          </ac:spMkLst>
        </pc:spChg>
        <pc:spChg chg="del">
          <ac:chgData name="DANIEL ALEXANDRE RAMAZZOTTE" userId="da9cca94-9105-482e-b155-cd7f190409a2" providerId="ADAL" clId="{4DBF0956-1C20-4CE2-B598-1C28127E1380}" dt="2026-06-11T18:22:00.203" v="1990"/>
          <ac:spMkLst>
            <pc:docMk/>
            <pc:sldMk cId="289734510" sldId="422"/>
            <ac:spMk id="3" creationId="{F6358971-5894-488D-9F02-263E367BEDAD}"/>
          </ac:spMkLst>
        </pc:spChg>
        <pc:spChg chg="del">
          <ac:chgData name="DANIEL ALEXANDRE RAMAZZOTTE" userId="da9cca94-9105-482e-b155-cd7f190409a2" providerId="ADAL" clId="{4DBF0956-1C20-4CE2-B598-1C28127E1380}" dt="2026-06-11T18:22:04.238" v="1992" actId="26606"/>
          <ac:spMkLst>
            <pc:docMk/>
            <pc:sldMk cId="289734510" sldId="422"/>
            <ac:spMk id="4" creationId="{C5663DEA-DBCE-53D6-36D1-8C1AF57FF213}"/>
          </ac:spMkLst>
        </pc:spChg>
        <pc:spChg chg="add del mod">
          <ac:chgData name="DANIEL ALEXANDRE RAMAZZOTTE" userId="da9cca94-9105-482e-b155-cd7f190409a2" providerId="ADAL" clId="{4DBF0956-1C20-4CE2-B598-1C28127E1380}" dt="2026-06-11T18:26:04.582" v="2013"/>
          <ac:spMkLst>
            <pc:docMk/>
            <pc:sldMk cId="289734510" sldId="422"/>
            <ac:spMk id="7" creationId="{DAA7F16E-D0D4-FCA0-2392-C2C619C952A3}"/>
          </ac:spMkLst>
        </pc:spChg>
        <pc:spChg chg="add del">
          <ac:chgData name="DANIEL ALEXANDRE RAMAZZOTTE" userId="da9cca94-9105-482e-b155-cd7f190409a2" providerId="ADAL" clId="{4DBF0956-1C20-4CE2-B598-1C28127E1380}" dt="2026-06-11T18:23:56.930" v="1994" actId="26606"/>
          <ac:spMkLst>
            <pc:docMk/>
            <pc:sldMk cId="289734510" sldId="422"/>
            <ac:spMk id="10" creationId="{5EEC8E3C-1717-E24A-6BDB-7369F820EAAA}"/>
          </ac:spMkLst>
        </pc:spChg>
        <pc:spChg chg="add mod">
          <ac:chgData name="DANIEL ALEXANDRE RAMAZZOTTE" userId="da9cca94-9105-482e-b155-cd7f190409a2" providerId="ADAL" clId="{4DBF0956-1C20-4CE2-B598-1C28127E1380}" dt="2026-06-11T18:26:11.161" v="2014" actId="478"/>
          <ac:spMkLst>
            <pc:docMk/>
            <pc:sldMk cId="289734510" sldId="422"/>
            <ac:spMk id="11" creationId="{92F6D5AE-C453-7B9E-5687-20D70CC2D710}"/>
          </ac:spMkLst>
        </pc:spChg>
        <pc:spChg chg="add del">
          <ac:chgData name="DANIEL ALEXANDRE RAMAZZOTTE" userId="da9cca94-9105-482e-b155-cd7f190409a2" providerId="ADAL" clId="{4DBF0956-1C20-4CE2-B598-1C28127E1380}" dt="2026-06-11T18:23:56.930" v="1994" actId="26606"/>
          <ac:spMkLst>
            <pc:docMk/>
            <pc:sldMk cId="289734510" sldId="422"/>
            <ac:spMk id="12" creationId="{3AE38A1D-6062-2114-317C-6109107ECAB9}"/>
          </ac:spMkLst>
        </pc:spChg>
        <pc:spChg chg="add mod">
          <ac:chgData name="DANIEL ALEXANDRE RAMAZZOTTE" userId="da9cca94-9105-482e-b155-cd7f190409a2" providerId="ADAL" clId="{4DBF0956-1C20-4CE2-B598-1C28127E1380}" dt="2026-06-11T18:23:56.930" v="1994" actId="26606"/>
          <ac:spMkLst>
            <pc:docMk/>
            <pc:sldMk cId="289734510" sldId="422"/>
            <ac:spMk id="17" creationId="{C3921FF5-202B-2B1B-4B9E-62EA6C9408A6}"/>
          </ac:spMkLst>
        </pc:spChg>
        <pc:graphicFrameChg chg="add del mod modGraphic">
          <ac:chgData name="DANIEL ALEXANDRE RAMAZZOTTE" userId="da9cca94-9105-482e-b155-cd7f190409a2" providerId="ADAL" clId="{4DBF0956-1C20-4CE2-B598-1C28127E1380}" dt="2026-06-11T18:25:47.776" v="2012" actId="478"/>
          <ac:graphicFrameMkLst>
            <pc:docMk/>
            <pc:sldMk cId="289734510" sldId="422"/>
            <ac:graphicFrameMk id="5" creationId="{D335EBF3-2971-C79E-C640-B807F01ECC83}"/>
          </ac:graphicFrameMkLst>
        </pc:graphicFrameChg>
        <pc:graphicFrameChg chg="add del mod">
          <ac:chgData name="DANIEL ALEXANDRE RAMAZZOTTE" userId="da9cca94-9105-482e-b155-cd7f190409a2" providerId="ADAL" clId="{4DBF0956-1C20-4CE2-B598-1C28127E1380}" dt="2026-06-11T18:26:11.161" v="2014" actId="478"/>
          <ac:graphicFrameMkLst>
            <pc:docMk/>
            <pc:sldMk cId="289734510" sldId="422"/>
            <ac:graphicFrameMk id="8" creationId="{EF047647-21DF-4A94-E07E-696F14B67966}"/>
          </ac:graphicFrameMkLst>
        </pc:graphicFrameChg>
      </pc:sldChg>
      <pc:sldChg chg="del">
        <pc:chgData name="DANIEL ALEXANDRE RAMAZZOTTE" userId="da9cca94-9105-482e-b155-cd7f190409a2" providerId="ADAL" clId="{4DBF0956-1C20-4CE2-B598-1C28127E1380}" dt="2026-06-11T16:22:33.165" v="65" actId="47"/>
        <pc:sldMkLst>
          <pc:docMk/>
          <pc:sldMk cId="3330515954" sldId="422"/>
        </pc:sldMkLst>
      </pc:sldChg>
      <pc:sldChg chg="del">
        <pc:chgData name="DANIEL ALEXANDRE RAMAZZOTTE" userId="da9cca94-9105-482e-b155-cd7f190409a2" providerId="ADAL" clId="{4DBF0956-1C20-4CE2-B598-1C28127E1380}" dt="2026-06-11T16:22:27.254" v="63" actId="47"/>
        <pc:sldMkLst>
          <pc:docMk/>
          <pc:sldMk cId="1785696163" sldId="423"/>
        </pc:sldMkLst>
      </pc:sldChg>
      <pc:sldChg chg="addSp modSp add mod ord">
        <pc:chgData name="DANIEL ALEXANDRE RAMAZZOTTE" userId="da9cca94-9105-482e-b155-cd7f190409a2" providerId="ADAL" clId="{4DBF0956-1C20-4CE2-B598-1C28127E1380}" dt="2026-06-11T18:04:47.928" v="1976" actId="1076"/>
        <pc:sldMkLst>
          <pc:docMk/>
          <pc:sldMk cId="2620604579" sldId="423"/>
        </pc:sldMkLst>
        <pc:spChg chg="mod">
          <ac:chgData name="DANIEL ALEXANDRE RAMAZZOTTE" userId="da9cca94-9105-482e-b155-cd7f190409a2" providerId="ADAL" clId="{4DBF0956-1C20-4CE2-B598-1C28127E1380}" dt="2026-06-11T17:50:01.281" v="1951" actId="20577"/>
          <ac:spMkLst>
            <pc:docMk/>
            <pc:sldMk cId="2620604579" sldId="423"/>
            <ac:spMk id="2" creationId="{E042E27B-57DC-56C7-2DF2-4EBC970799D7}"/>
          </ac:spMkLst>
        </pc:spChg>
        <pc:spChg chg="mod">
          <ac:chgData name="DANIEL ALEXANDRE RAMAZZOTTE" userId="da9cca94-9105-482e-b155-cd7f190409a2" providerId="ADAL" clId="{4DBF0956-1C20-4CE2-B598-1C28127E1380}" dt="2026-06-11T17:50:39.327" v="1954" actId="5793"/>
          <ac:spMkLst>
            <pc:docMk/>
            <pc:sldMk cId="2620604579" sldId="423"/>
            <ac:spMk id="3" creationId="{5D87699C-AEF6-16C5-E0D6-4C031FDBB05A}"/>
          </ac:spMkLst>
        </pc:spChg>
        <pc:picChg chg="add mod">
          <ac:chgData name="DANIEL ALEXANDRE RAMAZZOTTE" userId="da9cca94-9105-482e-b155-cd7f190409a2" providerId="ADAL" clId="{4DBF0956-1C20-4CE2-B598-1C28127E1380}" dt="2026-06-11T18:04:47.928" v="1976" actId="1076"/>
          <ac:picMkLst>
            <pc:docMk/>
            <pc:sldMk cId="2620604579" sldId="423"/>
            <ac:picMk id="6" creationId="{EC4F448E-4716-801F-DA50-A587F633ECBD}"/>
          </ac:picMkLst>
        </pc:picChg>
      </pc:sldChg>
      <pc:sldChg chg="del">
        <pc:chgData name="DANIEL ALEXANDRE RAMAZZOTTE" userId="da9cca94-9105-482e-b155-cd7f190409a2" providerId="ADAL" clId="{4DBF0956-1C20-4CE2-B598-1C28127E1380}" dt="2026-06-11T16:22:34.076" v="66" actId="47"/>
        <pc:sldMkLst>
          <pc:docMk/>
          <pc:sldMk cId="1072953449" sldId="424"/>
        </pc:sldMkLst>
      </pc:sldChg>
      <pc:sldChg chg="addSp delSp modSp add mod ord modClrScheme chgLayout">
        <pc:chgData name="DANIEL ALEXANDRE RAMAZZOTTE" userId="da9cca94-9105-482e-b155-cd7f190409a2" providerId="ADAL" clId="{4DBF0956-1C20-4CE2-B598-1C28127E1380}" dt="2026-06-12T13:35:22.830" v="2569" actId="1076"/>
        <pc:sldMkLst>
          <pc:docMk/>
          <pc:sldMk cId="3784344628" sldId="424"/>
        </pc:sldMkLst>
        <pc:spChg chg="mod">
          <ac:chgData name="DANIEL ALEXANDRE RAMAZZOTTE" userId="da9cca94-9105-482e-b155-cd7f190409a2" providerId="ADAL" clId="{4DBF0956-1C20-4CE2-B598-1C28127E1380}" dt="2026-06-11T18:25:35.393" v="2007" actId="26606"/>
          <ac:spMkLst>
            <pc:docMk/>
            <pc:sldMk cId="3784344628" sldId="424"/>
            <ac:spMk id="2" creationId="{7AD22D69-67AA-F640-A123-B7743FEEAB05}"/>
          </ac:spMkLst>
        </pc:spChg>
        <pc:spChg chg="mod">
          <ac:chgData name="DANIEL ALEXANDRE RAMAZZOTTE" userId="da9cca94-9105-482e-b155-cd7f190409a2" providerId="ADAL" clId="{4DBF0956-1C20-4CE2-B598-1C28127E1380}" dt="2026-06-11T18:25:35.393" v="2007" actId="26606"/>
          <ac:spMkLst>
            <pc:docMk/>
            <pc:sldMk cId="3784344628" sldId="424"/>
            <ac:spMk id="3" creationId="{B72A7EF8-66A6-72CA-6DDF-89817150A927}"/>
          </ac:spMkLst>
        </pc:spChg>
        <pc:spChg chg="add del">
          <ac:chgData name="DANIEL ALEXANDRE RAMAZZOTTE" userId="da9cca94-9105-482e-b155-cd7f190409a2" providerId="ADAL" clId="{4DBF0956-1C20-4CE2-B598-1C28127E1380}" dt="2026-06-11T18:03:37.984" v="1962" actId="26606"/>
          <ac:spMkLst>
            <pc:docMk/>
            <pc:sldMk cId="3784344628" sldId="424"/>
            <ac:spMk id="4" creationId="{F7AD15CF-C8E1-FD50-D4AE-CCE57533148F}"/>
          </ac:spMkLst>
        </pc:spChg>
        <pc:spChg chg="add del mod">
          <ac:chgData name="DANIEL ALEXANDRE RAMAZZOTTE" userId="da9cca94-9105-482e-b155-cd7f190409a2" providerId="ADAL" clId="{4DBF0956-1C20-4CE2-B598-1C28127E1380}" dt="2026-06-11T18:03:37.806" v="1961" actId="26606"/>
          <ac:spMkLst>
            <pc:docMk/>
            <pc:sldMk cId="3784344628" sldId="424"/>
            <ac:spMk id="10" creationId="{57C32592-6B63-6783-FDB6-C3FD00EB59EC}"/>
          </ac:spMkLst>
        </pc:spChg>
        <pc:spChg chg="add del mod">
          <ac:chgData name="DANIEL ALEXANDRE RAMAZZOTTE" userId="da9cca94-9105-482e-b155-cd7f190409a2" providerId="ADAL" clId="{4DBF0956-1C20-4CE2-B598-1C28127E1380}" dt="2026-06-11T18:03:37.806" v="1961" actId="26606"/>
          <ac:spMkLst>
            <pc:docMk/>
            <pc:sldMk cId="3784344628" sldId="424"/>
            <ac:spMk id="12" creationId="{322D7BFD-95F4-0A05-C4FE-4657A5681F97}"/>
          </ac:spMkLst>
        </pc:spChg>
        <pc:spChg chg="add del mod">
          <ac:chgData name="DANIEL ALEXANDRE RAMAZZOTTE" userId="da9cca94-9105-482e-b155-cd7f190409a2" providerId="ADAL" clId="{4DBF0956-1C20-4CE2-B598-1C28127E1380}" dt="2026-06-11T18:11:09.375" v="1977" actId="26606"/>
          <ac:spMkLst>
            <pc:docMk/>
            <pc:sldMk cId="3784344628" sldId="424"/>
            <ac:spMk id="14" creationId="{F9EDCE64-E00A-4DA5-B27E-ED8792976430}"/>
          </ac:spMkLst>
        </pc:spChg>
        <pc:spChg chg="add del mod">
          <ac:chgData name="DANIEL ALEXANDRE RAMAZZOTTE" userId="da9cca94-9105-482e-b155-cd7f190409a2" providerId="ADAL" clId="{4DBF0956-1C20-4CE2-B598-1C28127E1380}" dt="2026-06-11T18:03:41.898" v="1963" actId="478"/>
          <ac:spMkLst>
            <pc:docMk/>
            <pc:sldMk cId="3784344628" sldId="424"/>
            <ac:spMk id="15" creationId="{BE2E8FE6-7923-5A25-0F5C-5F6AD9C12805}"/>
          </ac:spMkLst>
        </pc:spChg>
        <pc:spChg chg="add del mod">
          <ac:chgData name="DANIEL ALEXANDRE RAMAZZOTTE" userId="da9cca94-9105-482e-b155-cd7f190409a2" providerId="ADAL" clId="{4DBF0956-1C20-4CE2-B598-1C28127E1380}" dt="2026-06-11T18:25:36.884" v="2010" actId="26606"/>
          <ac:spMkLst>
            <pc:docMk/>
            <pc:sldMk cId="3784344628" sldId="424"/>
            <ac:spMk id="19" creationId="{40DDE616-6CE8-1E98-A5D8-862093D24A6D}"/>
          </ac:spMkLst>
        </pc:spChg>
        <pc:spChg chg="add del mod">
          <ac:chgData name="DANIEL ALEXANDRE RAMAZZOTTE" userId="da9cca94-9105-482e-b155-cd7f190409a2" providerId="ADAL" clId="{4DBF0956-1C20-4CE2-B598-1C28127E1380}" dt="2026-06-11T18:11:25.980" v="1980" actId="478"/>
          <ac:spMkLst>
            <pc:docMk/>
            <pc:sldMk cId="3784344628" sldId="424"/>
            <ac:spMk id="21" creationId="{3EC975DD-BDF6-F8DD-EB4F-DDFB5FD491CE}"/>
          </ac:spMkLst>
        </pc:spChg>
        <pc:spChg chg="add del">
          <ac:chgData name="DANIEL ALEXANDRE RAMAZZOTTE" userId="da9cca94-9105-482e-b155-cd7f190409a2" providerId="ADAL" clId="{4DBF0956-1C20-4CE2-B598-1C28127E1380}" dt="2026-06-11T18:25:27.427" v="1999" actId="26606"/>
          <ac:spMkLst>
            <pc:docMk/>
            <pc:sldMk cId="3784344628" sldId="424"/>
            <ac:spMk id="24" creationId="{CCE43A84-7EB2-D6D3-1131-C6F913448F7D}"/>
          </ac:spMkLst>
        </pc:spChg>
        <pc:spChg chg="add del">
          <ac:chgData name="DANIEL ALEXANDRE RAMAZZOTTE" userId="da9cca94-9105-482e-b155-cd7f190409a2" providerId="ADAL" clId="{4DBF0956-1C20-4CE2-B598-1C28127E1380}" dt="2026-06-11T18:25:27.427" v="1999" actId="26606"/>
          <ac:spMkLst>
            <pc:docMk/>
            <pc:sldMk cId="3784344628" sldId="424"/>
            <ac:spMk id="26" creationId="{2FACA1AC-FE13-C1C9-40DC-9FE092C3226E}"/>
          </ac:spMkLst>
        </pc:spChg>
        <pc:spChg chg="add del">
          <ac:chgData name="DANIEL ALEXANDRE RAMAZZOTTE" userId="da9cca94-9105-482e-b155-cd7f190409a2" providerId="ADAL" clId="{4DBF0956-1C20-4CE2-B598-1C28127E1380}" dt="2026-06-11T18:25:30.812" v="2001" actId="26606"/>
          <ac:spMkLst>
            <pc:docMk/>
            <pc:sldMk cId="3784344628" sldId="424"/>
            <ac:spMk id="28" creationId="{C6BABAF3-0CCD-E534-83D9-9478B40C3CD1}"/>
          </ac:spMkLst>
        </pc:spChg>
        <pc:spChg chg="add del">
          <ac:chgData name="DANIEL ALEXANDRE RAMAZZOTTE" userId="da9cca94-9105-482e-b155-cd7f190409a2" providerId="ADAL" clId="{4DBF0956-1C20-4CE2-B598-1C28127E1380}" dt="2026-06-11T18:25:30.812" v="2001" actId="26606"/>
          <ac:spMkLst>
            <pc:docMk/>
            <pc:sldMk cId="3784344628" sldId="424"/>
            <ac:spMk id="29" creationId="{7BB32242-1A7F-ECDB-EA45-2DC038E4B778}"/>
          </ac:spMkLst>
        </pc:spChg>
        <pc:spChg chg="add del mod">
          <ac:chgData name="DANIEL ALEXANDRE RAMAZZOTTE" userId="da9cca94-9105-482e-b155-cd7f190409a2" providerId="ADAL" clId="{4DBF0956-1C20-4CE2-B598-1C28127E1380}" dt="2026-06-11T18:25:32.549" v="2003" actId="26606"/>
          <ac:spMkLst>
            <pc:docMk/>
            <pc:sldMk cId="3784344628" sldId="424"/>
            <ac:spMk id="31" creationId="{0EB132F1-F0CA-AE64-6E4D-0943B6D7A25C}"/>
          </ac:spMkLst>
        </pc:spChg>
        <pc:spChg chg="add del mod">
          <ac:chgData name="DANIEL ALEXANDRE RAMAZZOTTE" userId="da9cca94-9105-482e-b155-cd7f190409a2" providerId="ADAL" clId="{4DBF0956-1C20-4CE2-B598-1C28127E1380}" dt="2026-06-11T18:25:32.549" v="2003" actId="26606"/>
          <ac:spMkLst>
            <pc:docMk/>
            <pc:sldMk cId="3784344628" sldId="424"/>
            <ac:spMk id="32" creationId="{A5D2FFB9-9AAD-41AA-61D9-025DCA4C0EBB}"/>
          </ac:spMkLst>
        </pc:spChg>
        <pc:spChg chg="add del mod">
          <ac:chgData name="DANIEL ALEXANDRE RAMAZZOTTE" userId="da9cca94-9105-482e-b155-cd7f190409a2" providerId="ADAL" clId="{4DBF0956-1C20-4CE2-B598-1C28127E1380}" dt="2026-06-11T18:25:33.694" v="2005" actId="26606"/>
          <ac:spMkLst>
            <pc:docMk/>
            <pc:sldMk cId="3784344628" sldId="424"/>
            <ac:spMk id="34" creationId="{999F43A0-E9E2-B2FC-6BEA-4C7EBA67D22B}"/>
          </ac:spMkLst>
        </pc:spChg>
        <pc:spChg chg="add del mod">
          <ac:chgData name="DANIEL ALEXANDRE RAMAZZOTTE" userId="da9cca94-9105-482e-b155-cd7f190409a2" providerId="ADAL" clId="{4DBF0956-1C20-4CE2-B598-1C28127E1380}" dt="2026-06-11T18:25:33.694" v="2005" actId="26606"/>
          <ac:spMkLst>
            <pc:docMk/>
            <pc:sldMk cId="3784344628" sldId="424"/>
            <ac:spMk id="35" creationId="{D3D3E27A-B34B-D4A0-3735-8E7BD41BAB1C}"/>
          </ac:spMkLst>
        </pc:spChg>
        <pc:spChg chg="add del mod">
          <ac:chgData name="DANIEL ALEXANDRE RAMAZZOTTE" userId="da9cca94-9105-482e-b155-cd7f190409a2" providerId="ADAL" clId="{4DBF0956-1C20-4CE2-B598-1C28127E1380}" dt="2026-06-11T18:25:35.393" v="2007" actId="26606"/>
          <ac:spMkLst>
            <pc:docMk/>
            <pc:sldMk cId="3784344628" sldId="424"/>
            <ac:spMk id="37" creationId="{163CE079-5603-2C49-2892-A71BC4BDF0CB}"/>
          </ac:spMkLst>
        </pc:spChg>
        <pc:spChg chg="add del mod">
          <ac:chgData name="DANIEL ALEXANDRE RAMAZZOTTE" userId="da9cca94-9105-482e-b155-cd7f190409a2" providerId="ADAL" clId="{4DBF0956-1C20-4CE2-B598-1C28127E1380}" dt="2026-06-11T18:25:35.393" v="2007" actId="26606"/>
          <ac:spMkLst>
            <pc:docMk/>
            <pc:sldMk cId="3784344628" sldId="424"/>
            <ac:spMk id="38" creationId="{940FE1F3-86BE-C6DD-F772-9226359BE3A8}"/>
          </ac:spMkLst>
        </pc:spChg>
        <pc:spChg chg="add del">
          <ac:chgData name="DANIEL ALEXANDRE RAMAZZOTTE" userId="da9cca94-9105-482e-b155-cd7f190409a2" providerId="ADAL" clId="{4DBF0956-1C20-4CE2-B598-1C28127E1380}" dt="2026-06-11T18:25:36.734" v="2009" actId="26606"/>
          <ac:spMkLst>
            <pc:docMk/>
            <pc:sldMk cId="3784344628" sldId="424"/>
            <ac:spMk id="40" creationId="{F85E5A6B-FDF7-A759-FB25-020AD021747C}"/>
          </ac:spMkLst>
        </pc:spChg>
        <pc:spChg chg="add del">
          <ac:chgData name="DANIEL ALEXANDRE RAMAZZOTTE" userId="da9cca94-9105-482e-b155-cd7f190409a2" providerId="ADAL" clId="{4DBF0956-1C20-4CE2-B598-1C28127E1380}" dt="2026-06-11T18:25:36.734" v="2009" actId="26606"/>
          <ac:spMkLst>
            <pc:docMk/>
            <pc:sldMk cId="3784344628" sldId="424"/>
            <ac:spMk id="41" creationId="{AF2F3117-AA1D-FD3B-428D-52CF64B7EA0D}"/>
          </ac:spMkLst>
        </pc:spChg>
        <pc:spChg chg="add del">
          <ac:chgData name="DANIEL ALEXANDRE RAMAZZOTTE" userId="da9cca94-9105-482e-b155-cd7f190409a2" providerId="ADAL" clId="{4DBF0956-1C20-4CE2-B598-1C28127E1380}" dt="2026-06-11T18:27:00.327" v="2033" actId="478"/>
          <ac:spMkLst>
            <pc:docMk/>
            <pc:sldMk cId="3784344628" sldId="424"/>
            <ac:spMk id="43" creationId="{CCE43A84-7EB2-D6D3-1131-C6F913448F7D}"/>
          </ac:spMkLst>
        </pc:spChg>
        <pc:spChg chg="add">
          <ac:chgData name="DANIEL ALEXANDRE RAMAZZOTTE" userId="da9cca94-9105-482e-b155-cd7f190409a2" providerId="ADAL" clId="{4DBF0956-1C20-4CE2-B598-1C28127E1380}" dt="2026-06-11T18:25:36.884" v="2010" actId="26606"/>
          <ac:spMkLst>
            <pc:docMk/>
            <pc:sldMk cId="3784344628" sldId="424"/>
            <ac:spMk id="44" creationId="{2FACA1AC-FE13-C1C9-40DC-9FE092C3226E}"/>
          </ac:spMkLst>
        </pc:spChg>
        <pc:graphicFrameChg chg="add del mod modGraphic">
          <ac:chgData name="DANIEL ALEXANDRE RAMAZZOTTE" userId="da9cca94-9105-482e-b155-cd7f190409a2" providerId="ADAL" clId="{4DBF0956-1C20-4CE2-B598-1C28127E1380}" dt="2026-06-11T18:03:58.263" v="1968" actId="478"/>
          <ac:graphicFrameMkLst>
            <pc:docMk/>
            <pc:sldMk cId="3784344628" sldId="424"/>
            <ac:graphicFrameMk id="5" creationId="{940D0766-63E6-73A4-C525-0C84497F540A}"/>
          </ac:graphicFrameMkLst>
        </pc:graphicFrameChg>
        <pc:graphicFrameChg chg="add mod modGraphic">
          <ac:chgData name="DANIEL ALEXANDRE RAMAZZOTTE" userId="da9cca94-9105-482e-b155-cd7f190409a2" providerId="ADAL" clId="{4DBF0956-1C20-4CE2-B598-1C28127E1380}" dt="2026-06-12T13:35:22.830" v="2569" actId="1076"/>
          <ac:graphicFrameMkLst>
            <pc:docMk/>
            <pc:sldMk cId="3784344628" sldId="424"/>
            <ac:graphicFrameMk id="7" creationId="{B5273D99-C07F-E2AD-A333-AFC6FDE428C3}"/>
          </ac:graphicFrameMkLst>
        </pc:graphicFrameChg>
        <pc:picChg chg="del">
          <ac:chgData name="DANIEL ALEXANDRE RAMAZZOTTE" userId="da9cca94-9105-482e-b155-cd7f190409a2" providerId="ADAL" clId="{4DBF0956-1C20-4CE2-B598-1C28127E1380}" dt="2026-06-11T17:55:26.642" v="1958" actId="478"/>
          <ac:picMkLst>
            <pc:docMk/>
            <pc:sldMk cId="3784344628" sldId="424"/>
            <ac:picMk id="6" creationId="{04F1FE1C-1452-D045-C3D4-E59189E6A4DC}"/>
          </ac:picMkLst>
        </pc:picChg>
      </pc:sldChg>
      <pc:sldChg chg="addSp delSp modSp add mod">
        <pc:chgData name="DANIEL ALEXANDRE RAMAZZOTTE" userId="da9cca94-9105-482e-b155-cd7f190409a2" providerId="ADAL" clId="{4DBF0956-1C20-4CE2-B598-1C28127E1380}" dt="2026-06-12T13:44:47.152" v="2582" actId="14100"/>
        <pc:sldMkLst>
          <pc:docMk/>
          <pc:sldMk cId="3877714211" sldId="425"/>
        </pc:sldMkLst>
        <pc:spChg chg="add del mod">
          <ac:chgData name="DANIEL ALEXANDRE RAMAZZOTTE" userId="da9cca94-9105-482e-b155-cd7f190409a2" providerId="ADAL" clId="{4DBF0956-1C20-4CE2-B598-1C28127E1380}" dt="2026-06-11T18:24:33.586" v="1997" actId="22"/>
          <ac:spMkLst>
            <pc:docMk/>
            <pc:sldMk cId="3877714211" sldId="425"/>
            <ac:spMk id="3" creationId="{ED53C8E0-8827-86D0-E20C-F4CE76040BCD}"/>
          </ac:spMkLst>
        </pc:spChg>
        <pc:spChg chg="add mod">
          <ac:chgData name="DANIEL ALEXANDRE RAMAZZOTTE" userId="da9cca94-9105-482e-b155-cd7f190409a2" providerId="ADAL" clId="{4DBF0956-1C20-4CE2-B598-1C28127E1380}" dt="2026-06-11T18:29:26.191" v="2039" actId="478"/>
          <ac:spMkLst>
            <pc:docMk/>
            <pc:sldMk cId="3877714211" sldId="425"/>
            <ac:spMk id="8" creationId="{C17C6FAF-A1C1-1EC2-4CB4-5931AB5BECA8}"/>
          </ac:spMkLst>
        </pc:spChg>
        <pc:graphicFrameChg chg="del">
          <ac:chgData name="DANIEL ALEXANDRE RAMAZZOTTE" userId="da9cca94-9105-482e-b155-cd7f190409a2" providerId="ADAL" clId="{4DBF0956-1C20-4CE2-B598-1C28127E1380}" dt="2026-06-11T18:24:32.613" v="1996" actId="478"/>
          <ac:graphicFrameMkLst>
            <pc:docMk/>
            <pc:sldMk cId="3877714211" sldId="425"/>
            <ac:graphicFrameMk id="5" creationId="{18563F4A-7C06-F66E-2397-909B4DAC2047}"/>
          </ac:graphicFrameMkLst>
        </pc:graphicFrameChg>
        <pc:picChg chg="add del mod ord">
          <ac:chgData name="DANIEL ALEXANDRE RAMAZZOTTE" userId="da9cca94-9105-482e-b155-cd7f190409a2" providerId="ADAL" clId="{4DBF0956-1C20-4CE2-B598-1C28127E1380}" dt="2026-06-11T18:29:26.191" v="2039" actId="478"/>
          <ac:picMkLst>
            <pc:docMk/>
            <pc:sldMk cId="3877714211" sldId="425"/>
            <ac:picMk id="6" creationId="{49738A17-5F53-5131-95A9-A64251AC0778}"/>
          </ac:picMkLst>
        </pc:picChg>
        <pc:picChg chg="add mod">
          <ac:chgData name="DANIEL ALEXANDRE RAMAZZOTTE" userId="da9cca94-9105-482e-b155-cd7f190409a2" providerId="ADAL" clId="{4DBF0956-1C20-4CE2-B598-1C28127E1380}" dt="2026-06-12T13:44:47.152" v="2582" actId="14100"/>
          <ac:picMkLst>
            <pc:docMk/>
            <pc:sldMk cId="3877714211" sldId="425"/>
            <ac:picMk id="10" creationId="{D96E1F45-F139-0A5A-228E-5848E11DDD3F}"/>
          </ac:picMkLst>
        </pc:picChg>
      </pc:sldChg>
      <pc:sldChg chg="new del">
        <pc:chgData name="DANIEL ALEXANDRE RAMAZZOTTE" userId="da9cca94-9105-482e-b155-cd7f190409a2" providerId="ADAL" clId="{4DBF0956-1C20-4CE2-B598-1C28127E1380}" dt="2026-06-11T18:26:34.808" v="2021" actId="47"/>
        <pc:sldMkLst>
          <pc:docMk/>
          <pc:sldMk cId="2371154126" sldId="426"/>
        </pc:sldMkLst>
      </pc:sldChg>
      <pc:sldChg chg="addSp delSp modSp new del mod ord">
        <pc:chgData name="DANIEL ALEXANDRE RAMAZZOTTE" userId="da9cca94-9105-482e-b155-cd7f190409a2" providerId="ADAL" clId="{4DBF0956-1C20-4CE2-B598-1C28127E1380}" dt="2026-06-12T12:20:59.336" v="2456" actId="2696"/>
        <pc:sldMkLst>
          <pc:docMk/>
          <pc:sldMk cId="1534704231" sldId="427"/>
        </pc:sldMkLst>
        <pc:spChg chg="del">
          <ac:chgData name="DANIEL ALEXANDRE RAMAZZOTTE" userId="da9cca94-9105-482e-b155-cd7f190409a2" providerId="ADAL" clId="{4DBF0956-1C20-4CE2-B598-1C28127E1380}" dt="2026-06-11T18:26:32.502" v="2020"/>
          <ac:spMkLst>
            <pc:docMk/>
            <pc:sldMk cId="1534704231" sldId="427"/>
            <ac:spMk id="3" creationId="{A0FAB5D4-051B-0D22-36A6-2A55F80439AA}"/>
          </ac:spMkLst>
        </pc:spChg>
        <pc:spChg chg="add del mod">
          <ac:chgData name="DANIEL ALEXANDRE RAMAZZOTTE" userId="da9cca94-9105-482e-b155-cd7f190409a2" providerId="ADAL" clId="{4DBF0956-1C20-4CE2-B598-1C28127E1380}" dt="2026-06-12T12:20:45.397" v="2455"/>
          <ac:spMkLst>
            <pc:docMk/>
            <pc:sldMk cId="1534704231" sldId="427"/>
            <ac:spMk id="5" creationId="{22961599-756E-C1B6-DE9C-2DAFAA066913}"/>
          </ac:spMkLst>
        </pc:spChg>
        <pc:graphicFrameChg chg="add del mod modGraphic">
          <ac:chgData name="DANIEL ALEXANDRE RAMAZZOTTE" userId="da9cca94-9105-482e-b155-cd7f190409a2" providerId="ADAL" clId="{4DBF0956-1C20-4CE2-B598-1C28127E1380}" dt="2026-06-12T12:20:44.241" v="2454" actId="478"/>
          <ac:graphicFrameMkLst>
            <pc:docMk/>
            <pc:sldMk cId="1534704231" sldId="427"/>
            <ac:graphicFrameMk id="4" creationId="{16D2C524-333A-CDD1-34C3-6B4D01FCCD76}"/>
          </ac:graphicFrameMkLst>
        </pc:graphicFrameChg>
        <pc:graphicFrameChg chg="add mod">
          <ac:chgData name="DANIEL ALEXANDRE RAMAZZOTTE" userId="da9cca94-9105-482e-b155-cd7f190409a2" providerId="ADAL" clId="{4DBF0956-1C20-4CE2-B598-1C28127E1380}" dt="2026-06-12T12:20:45.397" v="2455"/>
          <ac:graphicFrameMkLst>
            <pc:docMk/>
            <pc:sldMk cId="1534704231" sldId="427"/>
            <ac:graphicFrameMk id="6" creationId="{6E0A094D-9394-B740-69E7-1FF2D53A35D0}"/>
          </ac:graphicFrameMkLst>
        </pc:graphicFrameChg>
      </pc:sldChg>
      <pc:sldChg chg="delSp modSp new mod">
        <pc:chgData name="DANIEL ALEXANDRE RAMAZZOTTE" userId="da9cca94-9105-482e-b155-cd7f190409a2" providerId="ADAL" clId="{4DBF0956-1C20-4CE2-B598-1C28127E1380}" dt="2026-06-12T12:47:20.535" v="2539" actId="20577"/>
        <pc:sldMkLst>
          <pc:docMk/>
          <pc:sldMk cId="2519627834" sldId="428"/>
        </pc:sldMkLst>
        <pc:spChg chg="mod">
          <ac:chgData name="DANIEL ALEXANDRE RAMAZZOTTE" userId="da9cca94-9105-482e-b155-cd7f190409a2" providerId="ADAL" clId="{4DBF0956-1C20-4CE2-B598-1C28127E1380}" dt="2026-06-12T12:47:20.535" v="2539" actId="20577"/>
          <ac:spMkLst>
            <pc:docMk/>
            <pc:sldMk cId="2519627834" sldId="428"/>
            <ac:spMk id="2" creationId="{03C2AA07-DA56-4F33-3F1F-2F8B29B23F97}"/>
          </ac:spMkLst>
        </pc:spChg>
        <pc:spChg chg="del mod">
          <ac:chgData name="DANIEL ALEXANDRE RAMAZZOTTE" userId="da9cca94-9105-482e-b155-cd7f190409a2" providerId="ADAL" clId="{4DBF0956-1C20-4CE2-B598-1C28127E1380}" dt="2026-06-11T18:37:46.025" v="2049" actId="478"/>
          <ac:spMkLst>
            <pc:docMk/>
            <pc:sldMk cId="2519627834" sldId="428"/>
            <ac:spMk id="3" creationId="{29644984-3BE4-049F-7B17-AA7A99E9ADE6}"/>
          </ac:spMkLst>
        </pc:spChg>
        <pc:spChg chg="mod">
          <ac:chgData name="DANIEL ALEXANDRE RAMAZZOTTE" userId="da9cca94-9105-482e-b155-cd7f190409a2" providerId="ADAL" clId="{4DBF0956-1C20-4CE2-B598-1C28127E1380}" dt="2026-06-11T19:41:42.178" v="2155" actId="20577"/>
          <ac:spMkLst>
            <pc:docMk/>
            <pc:sldMk cId="2519627834" sldId="428"/>
            <ac:spMk id="4" creationId="{8A66143D-E8DC-7905-9F05-36F6DF02DC81}"/>
          </ac:spMkLst>
        </pc:spChg>
        <pc:spChg chg="del">
          <ac:chgData name="DANIEL ALEXANDRE RAMAZZOTTE" userId="da9cca94-9105-482e-b155-cd7f190409a2" providerId="ADAL" clId="{4DBF0956-1C20-4CE2-B598-1C28127E1380}" dt="2026-06-11T18:37:47.803" v="2050" actId="478"/>
          <ac:spMkLst>
            <pc:docMk/>
            <pc:sldMk cId="2519627834" sldId="428"/>
            <ac:spMk id="6" creationId="{2AC60C7E-DA97-0835-806D-0732798191B7}"/>
          </ac:spMkLst>
        </pc:spChg>
      </pc:sldChg>
      <pc:sldChg chg="new del">
        <pc:chgData name="DANIEL ALEXANDRE RAMAZZOTTE" userId="da9cca94-9105-482e-b155-cd7f190409a2" providerId="ADAL" clId="{4DBF0956-1C20-4CE2-B598-1C28127E1380}" dt="2026-06-11T19:03:00.822" v="2069" actId="47"/>
        <pc:sldMkLst>
          <pc:docMk/>
          <pc:sldMk cId="1782072169" sldId="429"/>
        </pc:sldMkLst>
      </pc:sldChg>
      <pc:sldChg chg="modSp add del mod ord">
        <pc:chgData name="DANIEL ALEXANDRE RAMAZZOTTE" userId="da9cca94-9105-482e-b155-cd7f190409a2" providerId="ADAL" clId="{4DBF0956-1C20-4CE2-B598-1C28127E1380}" dt="2026-06-12T14:08:14.982" v="2738" actId="47"/>
        <pc:sldMkLst>
          <pc:docMk/>
          <pc:sldMk cId="2600425090" sldId="429"/>
        </pc:sldMkLst>
        <pc:spChg chg="mod">
          <ac:chgData name="DANIEL ALEXANDRE RAMAZZOTTE" userId="da9cca94-9105-482e-b155-cd7f190409a2" providerId="ADAL" clId="{4DBF0956-1C20-4CE2-B598-1C28127E1380}" dt="2026-06-12T14:06:49.982" v="2711" actId="20577"/>
          <ac:spMkLst>
            <pc:docMk/>
            <pc:sldMk cId="2600425090" sldId="429"/>
            <ac:spMk id="2" creationId="{772EAF36-5FED-97B2-002F-5D48DDC49B9B}"/>
          </ac:spMkLst>
        </pc:spChg>
        <pc:spChg chg="mod">
          <ac:chgData name="DANIEL ALEXANDRE RAMAZZOTTE" userId="da9cca94-9105-482e-b155-cd7f190409a2" providerId="ADAL" clId="{4DBF0956-1C20-4CE2-B598-1C28127E1380}" dt="2026-06-11T20:04:41.231" v="2358" actId="20577"/>
          <ac:spMkLst>
            <pc:docMk/>
            <pc:sldMk cId="2600425090" sldId="429"/>
            <ac:spMk id="4" creationId="{F63D0C2C-732D-B5D2-6881-7DAC36A00243}"/>
          </ac:spMkLst>
        </pc:spChg>
      </pc:sldChg>
      <pc:sldChg chg="modSp add mod">
        <pc:chgData name="DANIEL ALEXANDRE RAMAZZOTTE" userId="da9cca94-9105-482e-b155-cd7f190409a2" providerId="ADAL" clId="{4DBF0956-1C20-4CE2-B598-1C28127E1380}" dt="2026-06-12T12:47:23.571" v="2540"/>
        <pc:sldMkLst>
          <pc:docMk/>
          <pc:sldMk cId="25023325" sldId="430"/>
        </pc:sldMkLst>
        <pc:spChg chg="mod">
          <ac:chgData name="DANIEL ALEXANDRE RAMAZZOTTE" userId="da9cca94-9105-482e-b155-cd7f190409a2" providerId="ADAL" clId="{4DBF0956-1C20-4CE2-B598-1C28127E1380}" dt="2026-06-12T12:47:23.571" v="2540"/>
          <ac:spMkLst>
            <pc:docMk/>
            <pc:sldMk cId="25023325" sldId="430"/>
            <ac:spMk id="2" creationId="{B30B2F51-6D1D-D54F-982F-D5CF7D86B202}"/>
          </ac:spMkLst>
        </pc:spChg>
        <pc:spChg chg="mod">
          <ac:chgData name="DANIEL ALEXANDRE RAMAZZOTTE" userId="da9cca94-9105-482e-b155-cd7f190409a2" providerId="ADAL" clId="{4DBF0956-1C20-4CE2-B598-1C28127E1380}" dt="2026-06-11T19:48:15.122" v="2291" actId="20577"/>
          <ac:spMkLst>
            <pc:docMk/>
            <pc:sldMk cId="25023325" sldId="430"/>
            <ac:spMk id="4" creationId="{E8051306-F38D-B03A-F955-F3E5FE8D24B3}"/>
          </ac:spMkLst>
        </pc:spChg>
      </pc:sldChg>
      <pc:sldChg chg="new del">
        <pc:chgData name="DANIEL ALEXANDRE RAMAZZOTTE" userId="da9cca94-9105-482e-b155-cd7f190409a2" providerId="ADAL" clId="{4DBF0956-1C20-4CE2-B598-1C28127E1380}" dt="2026-06-11T19:43:40.651" v="2213" actId="47"/>
        <pc:sldMkLst>
          <pc:docMk/>
          <pc:sldMk cId="201508134" sldId="431"/>
        </pc:sldMkLst>
      </pc:sldChg>
      <pc:sldChg chg="modSp add mod">
        <pc:chgData name="DANIEL ALEXANDRE RAMAZZOTTE" userId="da9cca94-9105-482e-b155-cd7f190409a2" providerId="ADAL" clId="{4DBF0956-1C20-4CE2-B598-1C28127E1380}" dt="2026-06-12T12:47:25.356" v="2541"/>
        <pc:sldMkLst>
          <pc:docMk/>
          <pc:sldMk cId="823026998" sldId="432"/>
        </pc:sldMkLst>
        <pc:spChg chg="mod">
          <ac:chgData name="DANIEL ALEXANDRE RAMAZZOTTE" userId="da9cca94-9105-482e-b155-cd7f190409a2" providerId="ADAL" clId="{4DBF0956-1C20-4CE2-B598-1C28127E1380}" dt="2026-06-12T12:47:25.356" v="2541"/>
          <ac:spMkLst>
            <pc:docMk/>
            <pc:sldMk cId="823026998" sldId="432"/>
            <ac:spMk id="2" creationId="{E3AA6B0C-8AA2-47E9-A164-0C00564BC0E1}"/>
          </ac:spMkLst>
        </pc:spChg>
        <pc:spChg chg="mod">
          <ac:chgData name="DANIEL ALEXANDRE RAMAZZOTTE" userId="da9cca94-9105-482e-b155-cd7f190409a2" providerId="ADAL" clId="{4DBF0956-1C20-4CE2-B598-1C28127E1380}" dt="2026-06-11T19:44:32.361" v="2254" actId="20577"/>
          <ac:spMkLst>
            <pc:docMk/>
            <pc:sldMk cId="823026998" sldId="432"/>
            <ac:spMk id="4" creationId="{3001E99D-0C94-2627-1D8C-8FF1ED86409A}"/>
          </ac:spMkLst>
        </pc:spChg>
      </pc:sldChg>
      <pc:sldChg chg="new del">
        <pc:chgData name="DANIEL ALEXANDRE RAMAZZOTTE" userId="da9cca94-9105-482e-b155-cd7f190409a2" providerId="ADAL" clId="{4DBF0956-1C20-4CE2-B598-1C28127E1380}" dt="2026-06-11T19:44:41.143" v="2257" actId="47"/>
        <pc:sldMkLst>
          <pc:docMk/>
          <pc:sldMk cId="102129438" sldId="433"/>
        </pc:sldMkLst>
      </pc:sldChg>
      <pc:sldChg chg="modSp add mod">
        <pc:chgData name="DANIEL ALEXANDRE RAMAZZOTTE" userId="da9cca94-9105-482e-b155-cd7f190409a2" providerId="ADAL" clId="{4DBF0956-1C20-4CE2-B598-1C28127E1380}" dt="2026-06-12T12:47:27.504" v="2542"/>
        <pc:sldMkLst>
          <pc:docMk/>
          <pc:sldMk cId="2596817215" sldId="434"/>
        </pc:sldMkLst>
        <pc:spChg chg="mod">
          <ac:chgData name="DANIEL ALEXANDRE RAMAZZOTTE" userId="da9cca94-9105-482e-b155-cd7f190409a2" providerId="ADAL" clId="{4DBF0956-1C20-4CE2-B598-1C28127E1380}" dt="2026-06-12T12:47:27.504" v="2542"/>
          <ac:spMkLst>
            <pc:docMk/>
            <pc:sldMk cId="2596817215" sldId="434"/>
            <ac:spMk id="2" creationId="{434D5B58-0489-A814-93F3-95C481D14A6A}"/>
          </ac:spMkLst>
        </pc:spChg>
        <pc:spChg chg="mod">
          <ac:chgData name="DANIEL ALEXANDRE RAMAZZOTTE" userId="da9cca94-9105-482e-b155-cd7f190409a2" providerId="ADAL" clId="{4DBF0956-1C20-4CE2-B598-1C28127E1380}" dt="2026-06-11T19:48:29.154" v="2293" actId="20577"/>
          <ac:spMkLst>
            <pc:docMk/>
            <pc:sldMk cId="2596817215" sldId="434"/>
            <ac:spMk id="4" creationId="{E4152668-BC9E-F8B2-0129-211660FEECA0}"/>
          </ac:spMkLst>
        </pc:spChg>
      </pc:sldChg>
      <pc:sldChg chg="modSp add mod">
        <pc:chgData name="DANIEL ALEXANDRE RAMAZZOTTE" userId="da9cca94-9105-482e-b155-cd7f190409a2" providerId="ADAL" clId="{4DBF0956-1C20-4CE2-B598-1C28127E1380}" dt="2026-06-12T12:47:29.033" v="2543"/>
        <pc:sldMkLst>
          <pc:docMk/>
          <pc:sldMk cId="3592265997" sldId="435"/>
        </pc:sldMkLst>
        <pc:spChg chg="mod">
          <ac:chgData name="DANIEL ALEXANDRE RAMAZZOTTE" userId="da9cca94-9105-482e-b155-cd7f190409a2" providerId="ADAL" clId="{4DBF0956-1C20-4CE2-B598-1C28127E1380}" dt="2026-06-12T12:47:29.033" v="2543"/>
          <ac:spMkLst>
            <pc:docMk/>
            <pc:sldMk cId="3592265997" sldId="435"/>
            <ac:spMk id="2" creationId="{037AC2C3-77D6-E8EE-5FD0-A968946D85C9}"/>
          </ac:spMkLst>
        </pc:spChg>
        <pc:spChg chg="mod">
          <ac:chgData name="DANIEL ALEXANDRE RAMAZZOTTE" userId="da9cca94-9105-482e-b155-cd7f190409a2" providerId="ADAL" clId="{4DBF0956-1C20-4CE2-B598-1C28127E1380}" dt="2026-06-11T19:50:42.569" v="2354" actId="20577"/>
          <ac:spMkLst>
            <pc:docMk/>
            <pc:sldMk cId="3592265997" sldId="435"/>
            <ac:spMk id="4" creationId="{A7560FE7-AB3F-E0D7-E237-24F99EDBE398}"/>
          </ac:spMkLst>
        </pc:spChg>
      </pc:sldChg>
      <pc:sldChg chg="modSp add del mod ord">
        <pc:chgData name="DANIEL ALEXANDRE RAMAZZOTTE" userId="da9cca94-9105-482e-b155-cd7f190409a2" providerId="ADAL" clId="{4DBF0956-1C20-4CE2-B598-1C28127E1380}" dt="2026-06-12T12:01:28.120" v="2382" actId="47"/>
        <pc:sldMkLst>
          <pc:docMk/>
          <pc:sldMk cId="4187888190" sldId="436"/>
        </pc:sldMkLst>
        <pc:spChg chg="mod">
          <ac:chgData name="DANIEL ALEXANDRE RAMAZZOTTE" userId="da9cca94-9105-482e-b155-cd7f190409a2" providerId="ADAL" clId="{4DBF0956-1C20-4CE2-B598-1C28127E1380}" dt="2026-06-12T12:00:51.233" v="2372" actId="20577"/>
          <ac:spMkLst>
            <pc:docMk/>
            <pc:sldMk cId="4187888190" sldId="436"/>
            <ac:spMk id="2" creationId="{ADE2FB74-D135-87E5-1A49-59C5510D8943}"/>
          </ac:spMkLst>
        </pc:spChg>
        <pc:spChg chg="mod">
          <ac:chgData name="DANIEL ALEXANDRE RAMAZZOTTE" userId="da9cca94-9105-482e-b155-cd7f190409a2" providerId="ADAL" clId="{4DBF0956-1C20-4CE2-B598-1C28127E1380}" dt="2026-06-12T12:01:00.773" v="2380" actId="5793"/>
          <ac:spMkLst>
            <pc:docMk/>
            <pc:sldMk cId="4187888190" sldId="436"/>
            <ac:spMk id="4" creationId="{3449AD0F-DBCA-0253-2884-D219A03986BE}"/>
          </ac:spMkLst>
        </pc:spChg>
      </pc:sldChg>
      <pc:sldChg chg="modSp add mod">
        <pc:chgData name="DANIEL ALEXANDRE RAMAZZOTTE" userId="da9cca94-9105-482e-b155-cd7f190409a2" providerId="ADAL" clId="{4DBF0956-1C20-4CE2-B598-1C28127E1380}" dt="2026-06-12T12:02:22.606" v="2406" actId="20577"/>
        <pc:sldMkLst>
          <pc:docMk/>
          <pc:sldMk cId="680324291" sldId="437"/>
        </pc:sldMkLst>
        <pc:spChg chg="mod">
          <ac:chgData name="DANIEL ALEXANDRE RAMAZZOTTE" userId="da9cca94-9105-482e-b155-cd7f190409a2" providerId="ADAL" clId="{4DBF0956-1C20-4CE2-B598-1C28127E1380}" dt="2026-06-12T12:02:22.606" v="2406" actId="20577"/>
          <ac:spMkLst>
            <pc:docMk/>
            <pc:sldMk cId="680324291" sldId="437"/>
            <ac:spMk id="3" creationId="{0D9921DF-4880-8B78-6078-4FB8E4369934}"/>
          </ac:spMkLst>
        </pc:spChg>
      </pc:sldChg>
      <pc:sldChg chg="modSp add mod">
        <pc:chgData name="DANIEL ALEXANDRE RAMAZZOTTE" userId="da9cca94-9105-482e-b155-cd7f190409a2" providerId="ADAL" clId="{4DBF0956-1C20-4CE2-B598-1C28127E1380}" dt="2026-06-12T12:02:29.086" v="2421" actId="20577"/>
        <pc:sldMkLst>
          <pc:docMk/>
          <pc:sldMk cId="3062545816" sldId="438"/>
        </pc:sldMkLst>
        <pc:spChg chg="mod">
          <ac:chgData name="DANIEL ALEXANDRE RAMAZZOTTE" userId="da9cca94-9105-482e-b155-cd7f190409a2" providerId="ADAL" clId="{4DBF0956-1C20-4CE2-B598-1C28127E1380}" dt="2026-06-12T12:02:29.086" v="2421" actId="20577"/>
          <ac:spMkLst>
            <pc:docMk/>
            <pc:sldMk cId="3062545816" sldId="438"/>
            <ac:spMk id="3" creationId="{C435F349-DB14-4F41-2985-5E8F6B0628B6}"/>
          </ac:spMkLst>
        </pc:spChg>
      </pc:sldChg>
      <pc:sldChg chg="add del ord">
        <pc:chgData name="DANIEL ALEXANDRE RAMAZZOTTE" userId="da9cca94-9105-482e-b155-cd7f190409a2" providerId="ADAL" clId="{4DBF0956-1C20-4CE2-B598-1C28127E1380}" dt="2026-06-12T12:02:42.837" v="2425" actId="47"/>
        <pc:sldMkLst>
          <pc:docMk/>
          <pc:sldMk cId="3695502988" sldId="439"/>
        </pc:sldMkLst>
      </pc:sldChg>
      <pc:sldChg chg="addSp delSp modSp add mod ord">
        <pc:chgData name="DANIEL ALEXANDRE RAMAZZOTTE" userId="da9cca94-9105-482e-b155-cd7f190409a2" providerId="ADAL" clId="{4DBF0956-1C20-4CE2-B598-1C28127E1380}" dt="2026-06-12T14:34:04.407" v="2970" actId="22"/>
        <pc:sldMkLst>
          <pc:docMk/>
          <pc:sldMk cId="3927881867" sldId="439"/>
        </pc:sldMkLst>
        <pc:spChg chg="mod">
          <ac:chgData name="DANIEL ALEXANDRE RAMAZZOTTE" userId="da9cca94-9105-482e-b155-cd7f190409a2" providerId="ADAL" clId="{4DBF0956-1C20-4CE2-B598-1C28127E1380}" dt="2026-06-12T12:02:53.216" v="2430" actId="27636"/>
          <ac:spMkLst>
            <pc:docMk/>
            <pc:sldMk cId="3927881867" sldId="439"/>
            <ac:spMk id="4" creationId="{635408B0-9056-73F1-1AF2-308306E8BC18}"/>
          </ac:spMkLst>
        </pc:spChg>
        <pc:graphicFrameChg chg="add mod">
          <ac:chgData name="DANIEL ALEXANDRE RAMAZZOTTE" userId="da9cca94-9105-482e-b155-cd7f190409a2" providerId="ADAL" clId="{4DBF0956-1C20-4CE2-B598-1C28127E1380}" dt="2026-06-12T12:07:14.526" v="2431"/>
          <ac:graphicFrameMkLst>
            <pc:docMk/>
            <pc:sldMk cId="3927881867" sldId="439"/>
            <ac:graphicFrameMk id="3" creationId="{C6AC2AD5-3ECF-2957-98D0-859A27742AB5}"/>
          </ac:graphicFrameMkLst>
        </pc:graphicFrameChg>
        <pc:picChg chg="add">
          <ac:chgData name="DANIEL ALEXANDRE RAMAZZOTTE" userId="da9cca94-9105-482e-b155-cd7f190409a2" providerId="ADAL" clId="{4DBF0956-1C20-4CE2-B598-1C28127E1380}" dt="2026-06-12T14:34:04.407" v="2970" actId="22"/>
          <ac:picMkLst>
            <pc:docMk/>
            <pc:sldMk cId="3927881867" sldId="439"/>
            <ac:picMk id="6" creationId="{96847EB9-774C-C9B0-9D90-79DE9E833278}"/>
          </ac:picMkLst>
        </pc:picChg>
        <pc:picChg chg="add del mod">
          <ac:chgData name="DANIEL ALEXANDRE RAMAZZOTTE" userId="da9cca94-9105-482e-b155-cd7f190409a2" providerId="ADAL" clId="{4DBF0956-1C20-4CE2-B598-1C28127E1380}" dt="2026-06-12T14:34:03.992" v="2969" actId="478"/>
          <ac:picMkLst>
            <pc:docMk/>
            <pc:sldMk cId="3927881867" sldId="439"/>
            <ac:picMk id="7" creationId="{A0DB9AC5-63AF-2834-D18E-23250D5E8D25}"/>
          </ac:picMkLst>
        </pc:picChg>
      </pc:sldChg>
      <pc:sldChg chg="addSp delSp modSp add mod modClrScheme chgLayout">
        <pc:chgData name="DANIEL ALEXANDRE RAMAZZOTTE" userId="da9cca94-9105-482e-b155-cd7f190409a2" providerId="ADAL" clId="{4DBF0956-1C20-4CE2-B598-1C28127E1380}" dt="2026-06-12T12:21:44.951" v="2466" actId="1076"/>
        <pc:sldMkLst>
          <pc:docMk/>
          <pc:sldMk cId="2548207593" sldId="440"/>
        </pc:sldMkLst>
        <pc:spChg chg="del">
          <ac:chgData name="DANIEL ALEXANDRE RAMAZZOTTE" userId="da9cca94-9105-482e-b155-cd7f190409a2" providerId="ADAL" clId="{4DBF0956-1C20-4CE2-B598-1C28127E1380}" dt="2026-06-12T12:07:27.045" v="2434" actId="26606"/>
          <ac:spMkLst>
            <pc:docMk/>
            <pc:sldMk cId="2548207593" sldId="440"/>
            <ac:spMk id="2" creationId="{8D9D73A6-E3EF-0F47-CACF-76EC6720091C}"/>
          </ac:spMkLst>
        </pc:spChg>
        <pc:spChg chg="mod">
          <ac:chgData name="DANIEL ALEXANDRE RAMAZZOTTE" userId="da9cca94-9105-482e-b155-cd7f190409a2" providerId="ADAL" clId="{4DBF0956-1C20-4CE2-B598-1C28127E1380}" dt="2026-06-12T12:07:27.045" v="2434" actId="26606"/>
          <ac:spMkLst>
            <pc:docMk/>
            <pc:sldMk cId="2548207593" sldId="440"/>
            <ac:spMk id="4" creationId="{684DB5F0-4214-57AB-8DDD-6FC21CD2BFA2}"/>
          </ac:spMkLst>
        </pc:spChg>
        <pc:spChg chg="del">
          <ac:chgData name="DANIEL ALEXANDRE RAMAZZOTTE" userId="da9cca94-9105-482e-b155-cd7f190409a2" providerId="ADAL" clId="{4DBF0956-1C20-4CE2-B598-1C28127E1380}" dt="2026-06-12T12:07:27.045" v="2434" actId="26606"/>
          <ac:spMkLst>
            <pc:docMk/>
            <pc:sldMk cId="2548207593" sldId="440"/>
            <ac:spMk id="5" creationId="{3051C9CB-872E-3693-FF5B-D7254DD20C69}"/>
          </ac:spMkLst>
        </pc:spChg>
        <pc:graphicFrameChg chg="add del mod modGraphic">
          <ac:chgData name="DANIEL ALEXANDRE RAMAZZOTTE" userId="da9cca94-9105-482e-b155-cd7f190409a2" providerId="ADAL" clId="{4DBF0956-1C20-4CE2-B598-1C28127E1380}" dt="2026-06-12T12:16:57.485" v="2439" actId="478"/>
          <ac:graphicFrameMkLst>
            <pc:docMk/>
            <pc:sldMk cId="2548207593" sldId="440"/>
            <ac:graphicFrameMk id="3" creationId="{F0FD618C-DAA2-3A29-6522-DC5DD185D073}"/>
          </ac:graphicFrameMkLst>
        </pc:graphicFrameChg>
        <pc:graphicFrameChg chg="add mod modGraphic">
          <ac:chgData name="DANIEL ALEXANDRE RAMAZZOTTE" userId="da9cca94-9105-482e-b155-cd7f190409a2" providerId="ADAL" clId="{4DBF0956-1C20-4CE2-B598-1C28127E1380}" dt="2026-06-12T12:21:44.951" v="2466" actId="1076"/>
          <ac:graphicFrameMkLst>
            <pc:docMk/>
            <pc:sldMk cId="2548207593" sldId="440"/>
            <ac:graphicFrameMk id="6" creationId="{A20CAD7C-4704-CCC3-BE8C-E8716AFAE39C}"/>
          </ac:graphicFrameMkLst>
        </pc:graphicFrameChg>
      </pc:sldChg>
      <pc:sldChg chg="addSp delSp modSp add mod ord">
        <pc:chgData name="DANIEL ALEXANDRE RAMAZZOTTE" userId="da9cca94-9105-482e-b155-cd7f190409a2" providerId="ADAL" clId="{4DBF0956-1C20-4CE2-B598-1C28127E1380}" dt="2026-06-12T12:21:40.012" v="2465" actId="1076"/>
        <pc:sldMkLst>
          <pc:docMk/>
          <pc:sldMk cId="3337214207" sldId="441"/>
        </pc:sldMkLst>
        <pc:graphicFrameChg chg="add mod">
          <ac:chgData name="DANIEL ALEXANDRE RAMAZZOTTE" userId="da9cca94-9105-482e-b155-cd7f190409a2" providerId="ADAL" clId="{4DBF0956-1C20-4CE2-B598-1C28127E1380}" dt="2026-06-12T12:21:40.012" v="2465" actId="1076"/>
          <ac:graphicFrameMkLst>
            <pc:docMk/>
            <pc:sldMk cId="3337214207" sldId="441"/>
            <ac:graphicFrameMk id="2" creationId="{733E7901-18FB-F16B-75EF-83B89EE6B4EB}"/>
          </ac:graphicFrameMkLst>
        </pc:graphicFrameChg>
        <pc:graphicFrameChg chg="del modGraphic">
          <ac:chgData name="DANIEL ALEXANDRE RAMAZZOTTE" userId="da9cca94-9105-482e-b155-cd7f190409a2" providerId="ADAL" clId="{4DBF0956-1C20-4CE2-B598-1C28127E1380}" dt="2026-06-12T12:21:10.733" v="2460" actId="478"/>
          <ac:graphicFrameMkLst>
            <pc:docMk/>
            <pc:sldMk cId="3337214207" sldId="441"/>
            <ac:graphicFrameMk id="6" creationId="{8E2E39CD-501D-1CE4-06D5-D155BD14AF9A}"/>
          </ac:graphicFrameMkLst>
        </pc:graphicFrameChg>
      </pc:sldChg>
      <pc:sldChg chg="delSp add del mod">
        <pc:chgData name="DANIEL ALEXANDRE RAMAZZOTTE" userId="da9cca94-9105-482e-b155-cd7f190409a2" providerId="ADAL" clId="{4DBF0956-1C20-4CE2-B598-1C28127E1380}" dt="2026-06-12T12:34:19.832" v="2474" actId="47"/>
        <pc:sldMkLst>
          <pc:docMk/>
          <pc:sldMk cId="3917554907" sldId="442"/>
        </pc:sldMkLst>
        <pc:picChg chg="del">
          <ac:chgData name="DANIEL ALEXANDRE RAMAZZOTTE" userId="da9cca94-9105-482e-b155-cd7f190409a2" providerId="ADAL" clId="{4DBF0956-1C20-4CE2-B598-1C28127E1380}" dt="2026-06-12T12:23:46.122" v="2470" actId="478"/>
          <ac:picMkLst>
            <pc:docMk/>
            <pc:sldMk cId="3917554907" sldId="442"/>
            <ac:picMk id="6" creationId="{57573915-C9F5-5FEC-EC3B-B9703A7AF56A}"/>
          </ac:picMkLst>
        </pc:picChg>
      </pc:sldChg>
      <pc:sldChg chg="addSp delSp add mod">
        <pc:chgData name="DANIEL ALEXANDRE RAMAZZOTTE" userId="da9cca94-9105-482e-b155-cd7f190409a2" providerId="ADAL" clId="{4DBF0956-1C20-4CE2-B598-1C28127E1380}" dt="2026-06-12T12:34:15.690" v="2473" actId="22"/>
        <pc:sldMkLst>
          <pc:docMk/>
          <pc:sldMk cId="3623240769" sldId="443"/>
        </pc:sldMkLst>
        <pc:picChg chg="del">
          <ac:chgData name="DANIEL ALEXANDRE RAMAZZOTTE" userId="da9cca94-9105-482e-b155-cd7f190409a2" providerId="ADAL" clId="{4DBF0956-1C20-4CE2-B598-1C28127E1380}" dt="2026-06-12T12:34:14.849" v="2472" actId="478"/>
          <ac:picMkLst>
            <pc:docMk/>
            <pc:sldMk cId="3623240769" sldId="443"/>
            <ac:picMk id="6" creationId="{D458FE5A-7BC3-F51C-6E44-A82FEA1EF4F4}"/>
          </ac:picMkLst>
        </pc:picChg>
        <pc:picChg chg="add">
          <ac:chgData name="DANIEL ALEXANDRE RAMAZZOTTE" userId="da9cca94-9105-482e-b155-cd7f190409a2" providerId="ADAL" clId="{4DBF0956-1C20-4CE2-B598-1C28127E1380}" dt="2026-06-12T12:34:15.690" v="2473" actId="22"/>
          <ac:picMkLst>
            <pc:docMk/>
            <pc:sldMk cId="3623240769" sldId="443"/>
            <ac:picMk id="7" creationId="{CFE789C9-FE8A-5921-5AD7-26A8FCD9C45F}"/>
          </ac:picMkLst>
        </pc:picChg>
      </pc:sldChg>
      <pc:sldChg chg="addSp delSp modSp new mod">
        <pc:chgData name="DANIEL ALEXANDRE RAMAZZOTTE" userId="da9cca94-9105-482e-b155-cd7f190409a2" providerId="ADAL" clId="{4DBF0956-1C20-4CE2-B598-1C28127E1380}" dt="2026-06-12T13:05:13.485" v="2565" actId="255"/>
        <pc:sldMkLst>
          <pc:docMk/>
          <pc:sldMk cId="693370138" sldId="444"/>
        </pc:sldMkLst>
        <pc:spChg chg="del">
          <ac:chgData name="DANIEL ALEXANDRE RAMAZZOTTE" userId="da9cca94-9105-482e-b155-cd7f190409a2" providerId="ADAL" clId="{4DBF0956-1C20-4CE2-B598-1C28127E1380}" dt="2026-06-12T12:44:39.238" v="2490" actId="478"/>
          <ac:spMkLst>
            <pc:docMk/>
            <pc:sldMk cId="693370138" sldId="444"/>
            <ac:spMk id="2" creationId="{301E1CE7-82E1-DC4D-1277-75F7D4BD656F}"/>
          </ac:spMkLst>
        </pc:spChg>
        <pc:spChg chg="add del">
          <ac:chgData name="DANIEL ALEXANDRE RAMAZZOTTE" userId="da9cca94-9105-482e-b155-cd7f190409a2" providerId="ADAL" clId="{4DBF0956-1C20-4CE2-B598-1C28127E1380}" dt="2026-06-12T12:44:11.899" v="2482"/>
          <ac:spMkLst>
            <pc:docMk/>
            <pc:sldMk cId="693370138" sldId="444"/>
            <ac:spMk id="3" creationId="{3984BAE1-E907-47AA-2478-66F0344E9B20}"/>
          </ac:spMkLst>
        </pc:spChg>
        <pc:spChg chg="del mod">
          <ac:chgData name="DANIEL ALEXANDRE RAMAZZOTTE" userId="da9cca94-9105-482e-b155-cd7f190409a2" providerId="ADAL" clId="{4DBF0956-1C20-4CE2-B598-1C28127E1380}" dt="2026-06-12T12:44:38.465" v="2489" actId="478"/>
          <ac:spMkLst>
            <pc:docMk/>
            <pc:sldMk cId="693370138" sldId="444"/>
            <ac:spMk id="4" creationId="{28BA9C3D-9C0C-B179-6AC1-89BCFF9C2818}"/>
          </ac:spMkLst>
        </pc:spChg>
        <pc:graphicFrameChg chg="add mod modGraphic">
          <ac:chgData name="DANIEL ALEXANDRE RAMAZZOTTE" userId="da9cca94-9105-482e-b155-cd7f190409a2" providerId="ADAL" clId="{4DBF0956-1C20-4CE2-B598-1C28127E1380}" dt="2026-06-12T12:43:49.626" v="2481"/>
          <ac:graphicFrameMkLst>
            <pc:docMk/>
            <pc:sldMk cId="693370138" sldId="444"/>
            <ac:graphicFrameMk id="5" creationId="{B5149756-5994-063B-09EE-6256FA8163F3}"/>
          </ac:graphicFrameMkLst>
        </pc:graphicFrameChg>
        <pc:graphicFrameChg chg="add mod modGraphic">
          <ac:chgData name="DANIEL ALEXANDRE RAMAZZOTTE" userId="da9cca94-9105-482e-b155-cd7f190409a2" providerId="ADAL" clId="{4DBF0956-1C20-4CE2-B598-1C28127E1380}" dt="2026-06-12T13:05:13.485" v="2565" actId="255"/>
          <ac:graphicFrameMkLst>
            <pc:docMk/>
            <pc:sldMk cId="693370138" sldId="444"/>
            <ac:graphicFrameMk id="6" creationId="{D662E709-1467-A5C3-21CB-98F49D2FAE69}"/>
          </ac:graphicFrameMkLst>
        </pc:graphicFrameChg>
      </pc:sldChg>
      <pc:sldChg chg="add del">
        <pc:chgData name="DANIEL ALEXANDRE RAMAZZOTTE" userId="da9cca94-9105-482e-b155-cd7f190409a2" providerId="ADAL" clId="{4DBF0956-1C20-4CE2-B598-1C28127E1380}" dt="2026-06-12T12:54:15.048" v="2545" actId="2890"/>
        <pc:sldMkLst>
          <pc:docMk/>
          <pc:sldMk cId="1760850398" sldId="445"/>
        </pc:sldMkLst>
      </pc:sldChg>
      <pc:sldChg chg="addSp delSp modSp add mod">
        <pc:chgData name="DANIEL ALEXANDRE RAMAZZOTTE" userId="da9cca94-9105-482e-b155-cd7f190409a2" providerId="ADAL" clId="{4DBF0956-1C20-4CE2-B598-1C28127E1380}" dt="2026-06-12T13:58:33.422" v="2648" actId="14100"/>
        <pc:sldMkLst>
          <pc:docMk/>
          <pc:sldMk cId="2332542207" sldId="445"/>
        </pc:sldMkLst>
        <pc:spChg chg="del mod">
          <ac:chgData name="DANIEL ALEXANDRE RAMAZZOTTE" userId="da9cca94-9105-482e-b155-cd7f190409a2" providerId="ADAL" clId="{4DBF0956-1C20-4CE2-B598-1C28127E1380}" dt="2026-06-12T13:04:07.933" v="2552"/>
          <ac:spMkLst>
            <pc:docMk/>
            <pc:sldMk cId="2332542207" sldId="445"/>
            <ac:spMk id="8" creationId="{851288A8-08BE-0E43-C90C-A57C6E2F1AB3}"/>
          </ac:spMkLst>
        </pc:spChg>
        <pc:graphicFrameChg chg="add mod modGraphic">
          <ac:chgData name="DANIEL ALEXANDRE RAMAZZOTTE" userId="da9cca94-9105-482e-b155-cd7f190409a2" providerId="ADAL" clId="{4DBF0956-1C20-4CE2-B598-1C28127E1380}" dt="2026-06-12T13:58:33.422" v="2648" actId="14100"/>
          <ac:graphicFrameMkLst>
            <pc:docMk/>
            <pc:sldMk cId="2332542207" sldId="445"/>
            <ac:graphicFrameMk id="2" creationId="{ABBC11D9-24FC-609B-1341-E6CA0CD6E66A}"/>
          </ac:graphicFrameMkLst>
        </pc:graphicFrameChg>
        <pc:picChg chg="del">
          <ac:chgData name="DANIEL ALEXANDRE RAMAZZOTTE" userId="da9cca94-9105-482e-b155-cd7f190409a2" providerId="ADAL" clId="{4DBF0956-1C20-4CE2-B598-1C28127E1380}" dt="2026-06-12T12:54:19.448" v="2547" actId="478"/>
          <ac:picMkLst>
            <pc:docMk/>
            <pc:sldMk cId="2332542207" sldId="445"/>
            <ac:picMk id="10" creationId="{29350D82-3C02-7305-0221-CAC42DFB2B6D}"/>
          </ac:picMkLst>
        </pc:picChg>
      </pc:sldChg>
      <pc:sldChg chg="addSp delSp add mod">
        <pc:chgData name="DANIEL ALEXANDRE RAMAZZOTTE" userId="da9cca94-9105-482e-b155-cd7f190409a2" providerId="ADAL" clId="{4DBF0956-1C20-4CE2-B598-1C28127E1380}" dt="2026-06-12T13:42:17.376" v="2577" actId="22"/>
        <pc:sldMkLst>
          <pc:docMk/>
          <pc:sldMk cId="4292749179" sldId="446"/>
        </pc:sldMkLst>
        <pc:picChg chg="add del">
          <ac:chgData name="DANIEL ALEXANDRE RAMAZZOTTE" userId="da9cca94-9105-482e-b155-cd7f190409a2" providerId="ADAL" clId="{4DBF0956-1C20-4CE2-B598-1C28127E1380}" dt="2026-06-12T13:42:14.347" v="2576" actId="478"/>
          <ac:picMkLst>
            <pc:docMk/>
            <pc:sldMk cId="4292749179" sldId="446"/>
            <ac:picMk id="3" creationId="{0E889669-01D2-E19E-20BF-A39AC58D58D6}"/>
          </ac:picMkLst>
        </pc:picChg>
        <pc:picChg chg="add">
          <ac:chgData name="DANIEL ALEXANDRE RAMAZZOTTE" userId="da9cca94-9105-482e-b155-cd7f190409a2" providerId="ADAL" clId="{4DBF0956-1C20-4CE2-B598-1C28127E1380}" dt="2026-06-12T13:42:17.376" v="2577" actId="22"/>
          <ac:picMkLst>
            <pc:docMk/>
            <pc:sldMk cId="4292749179" sldId="446"/>
            <ac:picMk id="5" creationId="{A789EF0A-6A87-A395-5D27-F893FCE491AD}"/>
          </ac:picMkLst>
        </pc:picChg>
        <pc:picChg chg="del">
          <ac:chgData name="DANIEL ALEXANDRE RAMAZZOTTE" userId="da9cca94-9105-482e-b155-cd7f190409a2" providerId="ADAL" clId="{4DBF0956-1C20-4CE2-B598-1C28127E1380}" dt="2026-06-12T13:32:35.594" v="2567" actId="478"/>
          <ac:picMkLst>
            <pc:docMk/>
            <pc:sldMk cId="4292749179" sldId="446"/>
            <ac:picMk id="10" creationId="{95EA548C-9FA1-C34C-FE19-494DB478FB6A}"/>
          </ac:picMkLst>
        </pc:picChg>
      </pc:sldChg>
      <pc:sldChg chg="addSp delSp modSp add mod">
        <pc:chgData name="DANIEL ALEXANDRE RAMAZZOTTE" userId="da9cca94-9105-482e-b155-cd7f190409a2" providerId="ADAL" clId="{4DBF0956-1C20-4CE2-B598-1C28127E1380}" dt="2026-06-12T13:44:54.656" v="2583" actId="1076"/>
        <pc:sldMkLst>
          <pc:docMk/>
          <pc:sldMk cId="3015926293" sldId="447"/>
        </pc:sldMkLst>
        <pc:graphicFrameChg chg="del">
          <ac:chgData name="DANIEL ALEXANDRE RAMAZZOTTE" userId="da9cca94-9105-482e-b155-cd7f190409a2" providerId="ADAL" clId="{4DBF0956-1C20-4CE2-B598-1C28127E1380}" dt="2026-06-12T13:44:31.732" v="2579" actId="478"/>
          <ac:graphicFrameMkLst>
            <pc:docMk/>
            <pc:sldMk cId="3015926293" sldId="447"/>
            <ac:graphicFrameMk id="6" creationId="{3E629B8A-1766-2279-F359-78FD9C997A65}"/>
          </ac:graphicFrameMkLst>
        </pc:graphicFrameChg>
        <pc:picChg chg="add mod">
          <ac:chgData name="DANIEL ALEXANDRE RAMAZZOTTE" userId="da9cca94-9105-482e-b155-cd7f190409a2" providerId="ADAL" clId="{4DBF0956-1C20-4CE2-B598-1C28127E1380}" dt="2026-06-12T13:44:54.656" v="2583" actId="1076"/>
          <ac:picMkLst>
            <pc:docMk/>
            <pc:sldMk cId="3015926293" sldId="447"/>
            <ac:picMk id="3" creationId="{227348E7-F4B3-D554-91BB-8DDEFC6C27A0}"/>
          </ac:picMkLst>
        </pc:picChg>
      </pc:sldChg>
      <pc:sldChg chg="addSp delSp modSp add mod modClrScheme chgLayout">
        <pc:chgData name="DANIEL ALEXANDRE RAMAZZOTTE" userId="da9cca94-9105-482e-b155-cd7f190409a2" providerId="ADAL" clId="{4DBF0956-1C20-4CE2-B598-1C28127E1380}" dt="2026-06-12T13:58:05.210" v="2645" actId="14734"/>
        <pc:sldMkLst>
          <pc:docMk/>
          <pc:sldMk cId="1007333001" sldId="448"/>
        </pc:sldMkLst>
        <pc:spChg chg="add del">
          <ac:chgData name="DANIEL ALEXANDRE RAMAZZOTTE" userId="da9cca94-9105-482e-b155-cd7f190409a2" providerId="ADAL" clId="{4DBF0956-1C20-4CE2-B598-1C28127E1380}" dt="2026-06-12T13:53:55.834" v="2606" actId="26606"/>
          <ac:spMkLst>
            <pc:docMk/>
            <pc:sldMk cId="1007333001" sldId="448"/>
            <ac:spMk id="2" creationId="{8ECD9B4E-561E-5B84-4ED4-F11F706C37E1}"/>
          </ac:spMkLst>
        </pc:spChg>
        <pc:spChg chg="mod">
          <ac:chgData name="DANIEL ALEXANDRE RAMAZZOTTE" userId="da9cca94-9105-482e-b155-cd7f190409a2" providerId="ADAL" clId="{4DBF0956-1C20-4CE2-B598-1C28127E1380}" dt="2026-06-12T13:53:55.834" v="2606" actId="26606"/>
          <ac:spMkLst>
            <pc:docMk/>
            <pc:sldMk cId="1007333001" sldId="448"/>
            <ac:spMk id="4" creationId="{6BC1AE78-AA0D-E98A-ADCF-727CE7F691E7}"/>
          </ac:spMkLst>
        </pc:spChg>
        <pc:spChg chg="add del">
          <ac:chgData name="DANIEL ALEXANDRE RAMAZZOTTE" userId="da9cca94-9105-482e-b155-cd7f190409a2" providerId="ADAL" clId="{4DBF0956-1C20-4CE2-B598-1C28127E1380}" dt="2026-06-12T13:53:55.834" v="2606" actId="26606"/>
          <ac:spMkLst>
            <pc:docMk/>
            <pc:sldMk cId="1007333001" sldId="448"/>
            <ac:spMk id="5" creationId="{39B6AACF-0140-CF1E-9F30-EF857A42BA54}"/>
          </ac:spMkLst>
        </pc:spChg>
        <pc:spChg chg="add del">
          <ac:chgData name="DANIEL ALEXANDRE RAMAZZOTTE" userId="da9cca94-9105-482e-b155-cd7f190409a2" providerId="ADAL" clId="{4DBF0956-1C20-4CE2-B598-1C28127E1380}" dt="2026-06-12T13:53:52.394" v="2599" actId="26606"/>
          <ac:spMkLst>
            <pc:docMk/>
            <pc:sldMk cId="1007333001" sldId="448"/>
            <ac:spMk id="8" creationId="{0025025F-06C2-4BAD-FA76-E56237661097}"/>
          </ac:spMkLst>
        </pc:spChg>
        <pc:spChg chg="add del">
          <ac:chgData name="DANIEL ALEXANDRE RAMAZZOTTE" userId="da9cca94-9105-482e-b155-cd7f190409a2" providerId="ADAL" clId="{4DBF0956-1C20-4CE2-B598-1C28127E1380}" dt="2026-06-12T13:53:52.394" v="2599" actId="26606"/>
          <ac:spMkLst>
            <pc:docMk/>
            <pc:sldMk cId="1007333001" sldId="448"/>
            <ac:spMk id="9" creationId="{0B6CC21C-6AED-2491-2941-2246B6A3BEDA}"/>
          </ac:spMkLst>
        </pc:spChg>
        <pc:spChg chg="add del mod">
          <ac:chgData name="DANIEL ALEXANDRE RAMAZZOTTE" userId="da9cca94-9105-482e-b155-cd7f190409a2" providerId="ADAL" clId="{4DBF0956-1C20-4CE2-B598-1C28127E1380}" dt="2026-06-12T13:53:46.886" v="2593" actId="26606"/>
          <ac:spMkLst>
            <pc:docMk/>
            <pc:sldMk cId="1007333001" sldId="448"/>
            <ac:spMk id="10" creationId="{B6E43256-65A2-2943-B15F-FB84CBC3C2C0}"/>
          </ac:spMkLst>
        </pc:spChg>
        <pc:spChg chg="add del">
          <ac:chgData name="DANIEL ALEXANDRE RAMAZZOTTE" userId="da9cca94-9105-482e-b155-cd7f190409a2" providerId="ADAL" clId="{4DBF0956-1C20-4CE2-B598-1C28127E1380}" dt="2026-06-12T13:53:52.394" v="2599" actId="26606"/>
          <ac:spMkLst>
            <pc:docMk/>
            <pc:sldMk cId="1007333001" sldId="448"/>
            <ac:spMk id="11" creationId="{5D7E94EC-EDD6-8958-7944-6E345F8360F0}"/>
          </ac:spMkLst>
        </pc:spChg>
        <pc:spChg chg="add del mod">
          <ac:chgData name="DANIEL ALEXANDRE RAMAZZOTTE" userId="da9cca94-9105-482e-b155-cd7f190409a2" providerId="ADAL" clId="{4DBF0956-1C20-4CE2-B598-1C28127E1380}" dt="2026-06-12T13:53:46.886" v="2593" actId="26606"/>
          <ac:spMkLst>
            <pc:docMk/>
            <pc:sldMk cId="1007333001" sldId="448"/>
            <ac:spMk id="12" creationId="{04179696-CC58-DEDC-2857-81E85603D19B}"/>
          </ac:spMkLst>
        </pc:spChg>
        <pc:spChg chg="add del mod">
          <ac:chgData name="DANIEL ALEXANDRE RAMAZZOTTE" userId="da9cca94-9105-482e-b155-cd7f190409a2" providerId="ADAL" clId="{4DBF0956-1C20-4CE2-B598-1C28127E1380}" dt="2026-06-12T13:53:55.174" v="2603" actId="26606"/>
          <ac:spMkLst>
            <pc:docMk/>
            <pc:sldMk cId="1007333001" sldId="448"/>
            <ac:spMk id="13" creationId="{C6961323-AB43-A528-181D-DD19A59F6D84}"/>
          </ac:spMkLst>
        </pc:spChg>
        <pc:spChg chg="add del mod">
          <ac:chgData name="DANIEL ALEXANDRE RAMAZZOTTE" userId="da9cca94-9105-482e-b155-cd7f190409a2" providerId="ADAL" clId="{4DBF0956-1C20-4CE2-B598-1C28127E1380}" dt="2026-06-12T13:53:47.974" v="2595" actId="26606"/>
          <ac:spMkLst>
            <pc:docMk/>
            <pc:sldMk cId="1007333001" sldId="448"/>
            <ac:spMk id="14" creationId="{C6961323-AB43-A528-181D-DD19A59F6D84}"/>
          </ac:spMkLst>
        </pc:spChg>
        <pc:spChg chg="add del mod">
          <ac:chgData name="DANIEL ALEXANDRE RAMAZZOTTE" userId="da9cca94-9105-482e-b155-cd7f190409a2" providerId="ADAL" clId="{4DBF0956-1C20-4CE2-B598-1C28127E1380}" dt="2026-06-12T13:53:47.974" v="2595" actId="26606"/>
          <ac:spMkLst>
            <pc:docMk/>
            <pc:sldMk cId="1007333001" sldId="448"/>
            <ac:spMk id="15" creationId="{E3D1A34F-36C0-4D39-E246-66DCB55BED6F}"/>
          </ac:spMkLst>
        </pc:spChg>
        <pc:spChg chg="add del mod">
          <ac:chgData name="DANIEL ALEXANDRE RAMAZZOTTE" userId="da9cca94-9105-482e-b155-cd7f190409a2" providerId="ADAL" clId="{4DBF0956-1C20-4CE2-B598-1C28127E1380}" dt="2026-06-12T13:53:55.174" v="2603" actId="26606"/>
          <ac:spMkLst>
            <pc:docMk/>
            <pc:sldMk cId="1007333001" sldId="448"/>
            <ac:spMk id="16" creationId="{E3D1A34F-36C0-4D39-E246-66DCB55BED6F}"/>
          </ac:spMkLst>
        </pc:spChg>
        <pc:spChg chg="add del mod">
          <ac:chgData name="DANIEL ALEXANDRE RAMAZZOTTE" userId="da9cca94-9105-482e-b155-cd7f190409a2" providerId="ADAL" clId="{4DBF0956-1C20-4CE2-B598-1C28127E1380}" dt="2026-06-12T13:53:55.794" v="2605" actId="26606"/>
          <ac:spMkLst>
            <pc:docMk/>
            <pc:sldMk cId="1007333001" sldId="448"/>
            <ac:spMk id="18" creationId="{B6E43256-65A2-2943-B15F-FB84CBC3C2C0}"/>
          </ac:spMkLst>
        </pc:spChg>
        <pc:spChg chg="add del mod">
          <ac:chgData name="DANIEL ALEXANDRE RAMAZZOTTE" userId="da9cca94-9105-482e-b155-cd7f190409a2" providerId="ADAL" clId="{4DBF0956-1C20-4CE2-B598-1C28127E1380}" dt="2026-06-12T13:53:55.794" v="2605" actId="26606"/>
          <ac:spMkLst>
            <pc:docMk/>
            <pc:sldMk cId="1007333001" sldId="448"/>
            <ac:spMk id="19" creationId="{04179696-CC58-DEDC-2857-81E85603D19B}"/>
          </ac:spMkLst>
        </pc:spChg>
        <pc:spChg chg="add mod">
          <ac:chgData name="DANIEL ALEXANDRE RAMAZZOTTE" userId="da9cca94-9105-482e-b155-cd7f190409a2" providerId="ADAL" clId="{4DBF0956-1C20-4CE2-B598-1C28127E1380}" dt="2026-06-12T13:53:55.834" v="2606" actId="26606"/>
          <ac:spMkLst>
            <pc:docMk/>
            <pc:sldMk cId="1007333001" sldId="448"/>
            <ac:spMk id="21" creationId="{C6961323-AB43-A528-181D-DD19A59F6D84}"/>
          </ac:spMkLst>
        </pc:spChg>
        <pc:spChg chg="add mod">
          <ac:chgData name="DANIEL ALEXANDRE RAMAZZOTTE" userId="da9cca94-9105-482e-b155-cd7f190409a2" providerId="ADAL" clId="{4DBF0956-1C20-4CE2-B598-1C28127E1380}" dt="2026-06-12T13:53:55.834" v="2606" actId="26606"/>
          <ac:spMkLst>
            <pc:docMk/>
            <pc:sldMk cId="1007333001" sldId="448"/>
            <ac:spMk id="22" creationId="{E3D1A34F-36C0-4D39-E246-66DCB55BED6F}"/>
          </ac:spMkLst>
        </pc:spChg>
        <pc:graphicFrameChg chg="add del mod modGraphic">
          <ac:chgData name="DANIEL ALEXANDRE RAMAZZOTTE" userId="da9cca94-9105-482e-b155-cd7f190409a2" providerId="ADAL" clId="{4DBF0956-1C20-4CE2-B598-1C28127E1380}" dt="2026-06-12T13:56:01.380" v="2609" actId="478"/>
          <ac:graphicFrameMkLst>
            <pc:docMk/>
            <pc:sldMk cId="1007333001" sldId="448"/>
            <ac:graphicFrameMk id="3" creationId="{1C61B9B2-2D95-F319-9BCD-39E4CA841989}"/>
          </ac:graphicFrameMkLst>
        </pc:graphicFrameChg>
        <pc:graphicFrameChg chg="add mod modGraphic">
          <ac:chgData name="DANIEL ALEXANDRE RAMAZZOTTE" userId="da9cca94-9105-482e-b155-cd7f190409a2" providerId="ADAL" clId="{4DBF0956-1C20-4CE2-B598-1C28127E1380}" dt="2026-06-12T13:56:47.174" v="2624" actId="14100"/>
          <ac:graphicFrameMkLst>
            <pc:docMk/>
            <pc:sldMk cId="1007333001" sldId="448"/>
            <ac:graphicFrameMk id="6" creationId="{EAB5AD11-68F6-4171-8D68-05ECA2CA269E}"/>
          </ac:graphicFrameMkLst>
        </pc:graphicFrameChg>
        <pc:graphicFrameChg chg="add mod modGraphic">
          <ac:chgData name="DANIEL ALEXANDRE RAMAZZOTTE" userId="da9cca94-9105-482e-b155-cd7f190409a2" providerId="ADAL" clId="{4DBF0956-1C20-4CE2-B598-1C28127E1380}" dt="2026-06-12T13:58:05.210" v="2645" actId="14734"/>
          <ac:graphicFrameMkLst>
            <pc:docMk/>
            <pc:sldMk cId="1007333001" sldId="448"/>
            <ac:graphicFrameMk id="17" creationId="{C26CCA6E-039F-FF40-3177-8613C04C9FB1}"/>
          </ac:graphicFrameMkLst>
        </pc:graphicFrameChg>
        <pc:picChg chg="del">
          <ac:chgData name="DANIEL ALEXANDRE RAMAZZOTTE" userId="da9cca94-9105-482e-b155-cd7f190409a2" providerId="ADAL" clId="{4DBF0956-1C20-4CE2-B598-1C28127E1380}" dt="2026-06-12T13:53:15.396" v="2585" actId="478"/>
          <ac:picMkLst>
            <pc:docMk/>
            <pc:sldMk cId="1007333001" sldId="448"/>
            <ac:picMk id="7" creationId="{B5F0091E-5869-B641-8BCB-E2989FFA7DC5}"/>
          </ac:picMkLst>
        </pc:picChg>
      </pc:sldChg>
      <pc:sldChg chg="delSp modSp add mod">
        <pc:chgData name="DANIEL ALEXANDRE RAMAZZOTTE" userId="da9cca94-9105-482e-b155-cd7f190409a2" providerId="ADAL" clId="{4DBF0956-1C20-4CE2-B598-1C28127E1380}" dt="2026-06-12T14:23:28.314" v="2841" actId="255"/>
        <pc:sldMkLst>
          <pc:docMk/>
          <pc:sldMk cId="3897967068" sldId="449"/>
        </pc:sldMkLst>
        <pc:spChg chg="mod">
          <ac:chgData name="DANIEL ALEXANDRE RAMAZZOTTE" userId="da9cca94-9105-482e-b155-cd7f190409a2" providerId="ADAL" clId="{4DBF0956-1C20-4CE2-B598-1C28127E1380}" dt="2026-06-12T14:04:54.639" v="2685" actId="20577"/>
          <ac:spMkLst>
            <pc:docMk/>
            <pc:sldMk cId="3897967068" sldId="449"/>
            <ac:spMk id="21" creationId="{C2420321-5591-C866-B955-C027E2172849}"/>
          </ac:spMkLst>
        </pc:spChg>
        <pc:spChg chg="mod">
          <ac:chgData name="DANIEL ALEXANDRE RAMAZZOTTE" userId="da9cca94-9105-482e-b155-cd7f190409a2" providerId="ADAL" clId="{4DBF0956-1C20-4CE2-B598-1C28127E1380}" dt="2026-06-12T14:23:28.314" v="2841" actId="255"/>
          <ac:spMkLst>
            <pc:docMk/>
            <pc:sldMk cId="3897967068" sldId="449"/>
            <ac:spMk id="22" creationId="{CD649341-3156-016B-72BB-985A65A8DA66}"/>
          </ac:spMkLst>
        </pc:spChg>
        <pc:graphicFrameChg chg="del modGraphic">
          <ac:chgData name="DANIEL ALEXANDRE RAMAZZOTTE" userId="da9cca94-9105-482e-b155-cd7f190409a2" providerId="ADAL" clId="{4DBF0956-1C20-4CE2-B598-1C28127E1380}" dt="2026-06-12T14:04:48.448" v="2651" actId="478"/>
          <ac:graphicFrameMkLst>
            <pc:docMk/>
            <pc:sldMk cId="3897967068" sldId="449"/>
            <ac:graphicFrameMk id="17" creationId="{4DD793B0-A5EB-048D-520C-9A9FD44788DB}"/>
          </ac:graphicFrameMkLst>
        </pc:graphicFrameChg>
      </pc:sldChg>
      <pc:sldChg chg="modSp add mod">
        <pc:chgData name="DANIEL ALEXANDRE RAMAZZOTTE" userId="da9cca94-9105-482e-b155-cd7f190409a2" providerId="ADAL" clId="{4DBF0956-1C20-4CE2-B598-1C28127E1380}" dt="2026-06-12T14:07:50.045" v="2737" actId="27636"/>
        <pc:sldMkLst>
          <pc:docMk/>
          <pc:sldMk cId="207920841" sldId="450"/>
        </pc:sldMkLst>
        <pc:spChg chg="mod">
          <ac:chgData name="DANIEL ALEXANDRE RAMAZZOTTE" userId="da9cca94-9105-482e-b155-cd7f190409a2" providerId="ADAL" clId="{4DBF0956-1C20-4CE2-B598-1C28127E1380}" dt="2026-06-12T14:07:50.045" v="2737" actId="27636"/>
          <ac:spMkLst>
            <pc:docMk/>
            <pc:sldMk cId="207920841" sldId="450"/>
            <ac:spMk id="4" creationId="{5B9BB43D-B424-288A-6027-CB4C52DE536B}"/>
          </ac:spMkLst>
        </pc:spChg>
      </pc:sldChg>
      <pc:sldChg chg="modSp add mod">
        <pc:chgData name="DANIEL ALEXANDRE RAMAZZOTTE" userId="da9cca94-9105-482e-b155-cd7f190409a2" providerId="ADAL" clId="{4DBF0956-1C20-4CE2-B598-1C28127E1380}" dt="2026-06-12T14:11:56.228" v="2792" actId="20577"/>
        <pc:sldMkLst>
          <pc:docMk/>
          <pc:sldMk cId="1918757307" sldId="451"/>
        </pc:sldMkLst>
        <pc:spChg chg="mod">
          <ac:chgData name="DANIEL ALEXANDRE RAMAZZOTTE" userId="da9cca94-9105-482e-b155-cd7f190409a2" providerId="ADAL" clId="{4DBF0956-1C20-4CE2-B598-1C28127E1380}" dt="2026-06-12T14:11:56.228" v="2792" actId="20577"/>
          <ac:spMkLst>
            <pc:docMk/>
            <pc:sldMk cId="1918757307" sldId="451"/>
            <ac:spMk id="4" creationId="{8DE4ADDB-5D7B-6EBB-892B-0D7343F3ABD5}"/>
          </ac:spMkLst>
        </pc:spChg>
      </pc:sldChg>
      <pc:sldChg chg="modSp add mod">
        <pc:chgData name="DANIEL ALEXANDRE RAMAZZOTTE" userId="da9cca94-9105-482e-b155-cd7f190409a2" providerId="ADAL" clId="{4DBF0956-1C20-4CE2-B598-1C28127E1380}" dt="2026-06-12T14:11:49.220" v="2788" actId="6549"/>
        <pc:sldMkLst>
          <pc:docMk/>
          <pc:sldMk cId="1509842447" sldId="452"/>
        </pc:sldMkLst>
        <pc:spChg chg="mod">
          <ac:chgData name="DANIEL ALEXANDRE RAMAZZOTTE" userId="da9cca94-9105-482e-b155-cd7f190409a2" providerId="ADAL" clId="{4DBF0956-1C20-4CE2-B598-1C28127E1380}" dt="2026-06-12T14:11:49.220" v="2788" actId="6549"/>
          <ac:spMkLst>
            <pc:docMk/>
            <pc:sldMk cId="1509842447" sldId="452"/>
            <ac:spMk id="4" creationId="{7BF619EE-4C33-72FB-E365-E9D695D98966}"/>
          </ac:spMkLst>
        </pc:spChg>
      </pc:sldChg>
      <pc:sldChg chg="modSp add mod">
        <pc:chgData name="DANIEL ALEXANDRE RAMAZZOTTE" userId="da9cca94-9105-482e-b155-cd7f190409a2" providerId="ADAL" clId="{4DBF0956-1C20-4CE2-B598-1C28127E1380}" dt="2026-06-12T14:12:26.046" v="2805" actId="20577"/>
        <pc:sldMkLst>
          <pc:docMk/>
          <pc:sldMk cId="2682393706" sldId="453"/>
        </pc:sldMkLst>
        <pc:spChg chg="mod">
          <ac:chgData name="DANIEL ALEXANDRE RAMAZZOTTE" userId="da9cca94-9105-482e-b155-cd7f190409a2" providerId="ADAL" clId="{4DBF0956-1C20-4CE2-B598-1C28127E1380}" dt="2026-06-12T14:12:26.046" v="2805" actId="20577"/>
          <ac:spMkLst>
            <pc:docMk/>
            <pc:sldMk cId="2682393706" sldId="453"/>
            <ac:spMk id="4" creationId="{90C794FD-7B25-EF1C-1C74-F3486ECB843B}"/>
          </ac:spMkLst>
        </pc:spChg>
      </pc:sldChg>
      <pc:sldChg chg="modSp add mod">
        <pc:chgData name="DANIEL ALEXANDRE RAMAZZOTTE" userId="da9cca94-9105-482e-b155-cd7f190409a2" providerId="ADAL" clId="{4DBF0956-1C20-4CE2-B598-1C28127E1380}" dt="2026-06-12T14:13:21.839" v="2817" actId="20577"/>
        <pc:sldMkLst>
          <pc:docMk/>
          <pc:sldMk cId="2101947939" sldId="454"/>
        </pc:sldMkLst>
        <pc:spChg chg="mod">
          <ac:chgData name="DANIEL ALEXANDRE RAMAZZOTTE" userId="da9cca94-9105-482e-b155-cd7f190409a2" providerId="ADAL" clId="{4DBF0956-1C20-4CE2-B598-1C28127E1380}" dt="2026-06-12T14:13:21.839" v="2817" actId="20577"/>
          <ac:spMkLst>
            <pc:docMk/>
            <pc:sldMk cId="2101947939" sldId="454"/>
            <ac:spMk id="4" creationId="{44C38E3C-17E5-EC29-019E-649E2793AD46}"/>
          </ac:spMkLst>
        </pc:spChg>
      </pc:sldChg>
      <pc:sldChg chg="modSp add mod">
        <pc:chgData name="DANIEL ALEXANDRE RAMAZZOTTE" userId="da9cca94-9105-482e-b155-cd7f190409a2" providerId="ADAL" clId="{4DBF0956-1C20-4CE2-B598-1C28127E1380}" dt="2026-06-12T14:14:15.172" v="2830" actId="20577"/>
        <pc:sldMkLst>
          <pc:docMk/>
          <pc:sldMk cId="4259980108" sldId="455"/>
        </pc:sldMkLst>
        <pc:spChg chg="mod">
          <ac:chgData name="DANIEL ALEXANDRE RAMAZZOTTE" userId="da9cca94-9105-482e-b155-cd7f190409a2" providerId="ADAL" clId="{4DBF0956-1C20-4CE2-B598-1C28127E1380}" dt="2026-06-12T14:14:15.172" v="2830" actId="20577"/>
          <ac:spMkLst>
            <pc:docMk/>
            <pc:sldMk cId="4259980108" sldId="455"/>
            <ac:spMk id="4" creationId="{61E3BBD7-000F-6157-C089-5FE4491AC6B3}"/>
          </ac:spMkLst>
        </pc:spChg>
      </pc:sldChg>
      <pc:sldChg chg="modSp add del mod">
        <pc:chgData name="DANIEL ALEXANDRE RAMAZZOTTE" userId="da9cca94-9105-482e-b155-cd7f190409a2" providerId="ADAL" clId="{4DBF0956-1C20-4CE2-B598-1C28127E1380}" dt="2026-06-12T14:23:50.705" v="2849" actId="2890"/>
        <pc:sldMkLst>
          <pc:docMk/>
          <pc:sldMk cId="773763144" sldId="456"/>
        </pc:sldMkLst>
        <pc:spChg chg="mod">
          <ac:chgData name="DANIEL ALEXANDRE RAMAZZOTTE" userId="da9cca94-9105-482e-b155-cd7f190409a2" providerId="ADAL" clId="{4DBF0956-1C20-4CE2-B598-1C28127E1380}" dt="2026-06-12T14:23:49.943" v="2848" actId="20577"/>
          <ac:spMkLst>
            <pc:docMk/>
            <pc:sldMk cId="773763144" sldId="456"/>
            <ac:spMk id="22" creationId="{63081303-E7B0-83E6-B067-349DC58CE1BD}"/>
          </ac:spMkLst>
        </pc:spChg>
      </pc:sldChg>
      <pc:sldChg chg="modSp add del mod">
        <pc:chgData name="DANIEL ALEXANDRE RAMAZZOTTE" userId="da9cca94-9105-482e-b155-cd7f190409a2" providerId="ADAL" clId="{4DBF0956-1C20-4CE2-B598-1C28127E1380}" dt="2026-06-12T14:24:10.912" v="2862" actId="47"/>
        <pc:sldMkLst>
          <pc:docMk/>
          <pc:sldMk cId="3903355499" sldId="456"/>
        </pc:sldMkLst>
        <pc:spChg chg="mod">
          <ac:chgData name="DANIEL ALEXANDRE RAMAZZOTTE" userId="da9cca94-9105-482e-b155-cd7f190409a2" providerId="ADAL" clId="{4DBF0956-1C20-4CE2-B598-1C28127E1380}" dt="2026-06-12T14:24:01.413" v="2858" actId="20577"/>
          <ac:spMkLst>
            <pc:docMk/>
            <pc:sldMk cId="3903355499" sldId="456"/>
            <ac:spMk id="22" creationId="{389A0C4B-2AE0-558C-AD0D-88BE23F5FBE1}"/>
          </ac:spMkLst>
        </pc:spChg>
      </pc:sldChg>
      <pc:sldChg chg="modSp add mod ord">
        <pc:chgData name="DANIEL ALEXANDRE RAMAZZOTTE" userId="da9cca94-9105-482e-b155-cd7f190409a2" providerId="ADAL" clId="{4DBF0956-1C20-4CE2-B598-1C28127E1380}" dt="2026-06-12T14:25:20.369" v="2892" actId="20577"/>
        <pc:sldMkLst>
          <pc:docMk/>
          <pc:sldMk cId="102533819" sldId="457"/>
        </pc:sldMkLst>
        <pc:spChg chg="mod">
          <ac:chgData name="DANIEL ALEXANDRE RAMAZZOTTE" userId="da9cca94-9105-482e-b155-cd7f190409a2" providerId="ADAL" clId="{4DBF0956-1C20-4CE2-B598-1C28127E1380}" dt="2026-06-12T14:25:20.369" v="2892" actId="20577"/>
          <ac:spMkLst>
            <pc:docMk/>
            <pc:sldMk cId="102533819" sldId="457"/>
            <ac:spMk id="4" creationId="{81A8F83B-A95F-FA10-CE15-33FF04DE293C}"/>
          </ac:spMkLst>
        </pc:spChg>
      </pc:sldChg>
      <pc:sldChg chg="modSp add mod">
        <pc:chgData name="DANIEL ALEXANDRE RAMAZZOTTE" userId="da9cca94-9105-482e-b155-cd7f190409a2" providerId="ADAL" clId="{4DBF0956-1C20-4CE2-B598-1C28127E1380}" dt="2026-06-12T14:26:34.125" v="2934" actId="20577"/>
        <pc:sldMkLst>
          <pc:docMk/>
          <pc:sldMk cId="3691425804" sldId="458"/>
        </pc:sldMkLst>
        <pc:spChg chg="mod">
          <ac:chgData name="DANIEL ALEXANDRE RAMAZZOTTE" userId="da9cca94-9105-482e-b155-cd7f190409a2" providerId="ADAL" clId="{4DBF0956-1C20-4CE2-B598-1C28127E1380}" dt="2026-06-12T14:26:34.125" v="2934" actId="20577"/>
          <ac:spMkLst>
            <pc:docMk/>
            <pc:sldMk cId="3691425804" sldId="458"/>
            <ac:spMk id="4" creationId="{AFDBDAD9-CC6E-97C1-DB3C-5C7613BF088D}"/>
          </ac:spMkLst>
        </pc:spChg>
      </pc:sldChg>
      <pc:sldChg chg="modSp add mod">
        <pc:chgData name="DANIEL ALEXANDRE RAMAZZOTTE" userId="da9cca94-9105-482e-b155-cd7f190409a2" providerId="ADAL" clId="{4DBF0956-1C20-4CE2-B598-1C28127E1380}" dt="2026-06-12T14:27:32.688" v="2956" actId="20577"/>
        <pc:sldMkLst>
          <pc:docMk/>
          <pc:sldMk cId="65422897" sldId="459"/>
        </pc:sldMkLst>
        <pc:spChg chg="mod">
          <ac:chgData name="DANIEL ALEXANDRE RAMAZZOTTE" userId="da9cca94-9105-482e-b155-cd7f190409a2" providerId="ADAL" clId="{4DBF0956-1C20-4CE2-B598-1C28127E1380}" dt="2026-06-12T14:27:32.688" v="2956" actId="20577"/>
          <ac:spMkLst>
            <pc:docMk/>
            <pc:sldMk cId="65422897" sldId="459"/>
            <ac:spMk id="4" creationId="{54752E97-77DC-0768-8A8B-793DCB42B902}"/>
          </ac:spMkLst>
        </pc:spChg>
      </pc:sldChg>
      <pc:sldChg chg="modSp add mod">
        <pc:chgData name="DANIEL ALEXANDRE RAMAZZOTTE" userId="da9cca94-9105-482e-b155-cd7f190409a2" providerId="ADAL" clId="{4DBF0956-1C20-4CE2-B598-1C28127E1380}" dt="2026-06-12T14:29:01.277" v="2968" actId="20577"/>
        <pc:sldMkLst>
          <pc:docMk/>
          <pc:sldMk cId="1954177402" sldId="460"/>
        </pc:sldMkLst>
        <pc:spChg chg="mod">
          <ac:chgData name="DANIEL ALEXANDRE RAMAZZOTTE" userId="da9cca94-9105-482e-b155-cd7f190409a2" providerId="ADAL" clId="{4DBF0956-1C20-4CE2-B598-1C28127E1380}" dt="2026-06-12T14:29:01.277" v="2968" actId="20577"/>
          <ac:spMkLst>
            <pc:docMk/>
            <pc:sldMk cId="1954177402" sldId="460"/>
            <ac:spMk id="4" creationId="{A15D5B0F-9CB6-2540-4530-D4D9FA9D8AE5}"/>
          </ac:spMkLst>
        </pc:spChg>
      </pc:sldChg>
      <pc:sldChg chg="modSp add del">
        <pc:chgData name="DANIEL ALEXANDRE RAMAZZOTTE" userId="da9cca94-9105-482e-b155-cd7f190409a2" providerId="ADAL" clId="{4DBF0956-1C20-4CE2-B598-1C28127E1380}" dt="2026-06-12T14:28:42.338" v="2961" actId="2696"/>
        <pc:sldMkLst>
          <pc:docMk/>
          <pc:sldMk cId="929203988" sldId="461"/>
        </pc:sldMkLst>
        <pc:spChg chg="mod">
          <ac:chgData name="DANIEL ALEXANDRE RAMAZZOTTE" userId="da9cca94-9105-482e-b155-cd7f190409a2" providerId="ADAL" clId="{4DBF0956-1C20-4CE2-B598-1C28127E1380}" dt="2026-06-12T14:27:52.127" v="2960"/>
          <ac:spMkLst>
            <pc:docMk/>
            <pc:sldMk cId="929203988" sldId="461"/>
            <ac:spMk id="4" creationId="{CA429565-C865-337D-1914-B3A8C969DE8C}"/>
          </ac:spMkLst>
        </pc:spChg>
      </pc:sldChg>
      <pc:sldMasterChg chg="delSldLayout">
        <pc:chgData name="DANIEL ALEXANDRE RAMAZZOTTE" userId="da9cca94-9105-482e-b155-cd7f190409a2" providerId="ADAL" clId="{4DBF0956-1C20-4CE2-B598-1C28127E1380}" dt="2026-06-11T16:24:43.283" v="78" actId="47"/>
        <pc:sldMasterMkLst>
          <pc:docMk/>
          <pc:sldMasterMk cId="1048047645" sldId="2147483666"/>
        </pc:sldMasterMkLst>
        <pc:sldLayoutChg chg="del">
          <pc:chgData name="DANIEL ALEXANDRE RAMAZZOTTE" userId="da9cca94-9105-482e-b155-cd7f190409a2" providerId="ADAL" clId="{4DBF0956-1C20-4CE2-B598-1C28127E1380}" dt="2026-06-11T16:23:36.143" v="71" actId="47"/>
          <pc:sldLayoutMkLst>
            <pc:docMk/>
            <pc:sldMasterMk cId="1048047645" sldId="2147483666"/>
            <pc:sldLayoutMk cId="1909597892" sldId="2147483678"/>
          </pc:sldLayoutMkLst>
        </pc:sldLayoutChg>
        <pc:sldLayoutChg chg="del">
          <pc:chgData name="DANIEL ALEXANDRE RAMAZZOTTE" userId="da9cca94-9105-482e-b155-cd7f190409a2" providerId="ADAL" clId="{4DBF0956-1C20-4CE2-B598-1C28127E1380}" dt="2026-06-11T16:24:43.283" v="78" actId="47"/>
          <pc:sldLayoutMkLst>
            <pc:docMk/>
            <pc:sldMasterMk cId="1048047645" sldId="2147483666"/>
            <pc:sldLayoutMk cId="2977067932" sldId="2147483682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12D64355-8CBB-8A7D-57D6-FF073AF31C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327CC58-3CAD-BEA3-A79E-44796044AC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B5E110-C86F-48E0-ABCF-F1A3ACB824DA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380BE5D-E1B7-BA78-6C00-F9E651D3702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4C4033F-891B-4896-B540-3050378E848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0BCE85-82F1-4D0C-8D1B-741647A13C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24021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FE7B48-CCB7-4BA1-A24E-F5E8117E5BB1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006586-28D0-46FA-A603-BC99B5C482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0084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06586-28D0-46FA-A603-BC99B5C48268}" type="slidenum">
              <a:rPr lang="pt-BR" smtClean="0"/>
              <a:t>97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0091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9939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66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8269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956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8398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8174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  <p:pic>
        <p:nvPicPr>
          <p:cNvPr id="5" name="Imagem 4" descr="Logotipo&#10;&#10;Descrição gerada automaticamente">
            <a:extLst>
              <a:ext uri="{FF2B5EF4-FFF2-40B4-BE49-F238E27FC236}">
                <a16:creationId xmlns:a16="http://schemas.microsoft.com/office/drawing/2014/main" id="{ECCBEDDF-E6A9-8435-BFD9-5D4D2584E3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1927" y="6276655"/>
            <a:ext cx="919907" cy="332153"/>
          </a:xfrm>
          <a:prstGeom prst="rect">
            <a:avLst/>
          </a:prstGeom>
        </p:spPr>
      </p:pic>
      <p:pic>
        <p:nvPicPr>
          <p:cNvPr id="6" name="Imagem 5" descr="Placa vermelha com letras brancas&#10;&#10;Descrição gerada automaticamente com confiança média">
            <a:extLst>
              <a:ext uri="{FF2B5EF4-FFF2-40B4-BE49-F238E27FC236}">
                <a16:creationId xmlns:a16="http://schemas.microsoft.com/office/drawing/2014/main" id="{3CA9491A-2500-04E9-D38D-833E1D2D1E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66" y="6276655"/>
            <a:ext cx="395826" cy="33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495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5477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165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235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55404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abeçalho da Seção">
    <p:bg>
      <p:bgPr>
        <a:solidFill>
          <a:srgbClr val="1630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 descr="Texto, Logotipo&#10;&#10;Descrição gerada automaticamente">
            <a:extLst>
              <a:ext uri="{FF2B5EF4-FFF2-40B4-BE49-F238E27FC236}">
                <a16:creationId xmlns:a16="http://schemas.microsoft.com/office/drawing/2014/main" id="{55698509-1D57-EB84-D197-9E95509E8B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1927" y="6276655"/>
            <a:ext cx="917269" cy="3312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D268158-BEC3-508C-98D8-2DF7DC78D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02632"/>
            <a:ext cx="10515600" cy="2852737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0A0FB7-6043-E26E-D1C1-0515C7A59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2FBCB7-88FC-856E-515D-347A2AABE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DB93DB-7CDB-E176-EDCD-65481BB54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  <p:pic>
        <p:nvPicPr>
          <p:cNvPr id="9" name="Imagem 8" descr="Placa vermelha com letras brancas&#10;&#10;Descrição gerada automaticamente com confiança média">
            <a:extLst>
              <a:ext uri="{FF2B5EF4-FFF2-40B4-BE49-F238E27FC236}">
                <a16:creationId xmlns:a16="http://schemas.microsoft.com/office/drawing/2014/main" id="{ED961C5A-4D8D-359D-987E-B393BB7AAF7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66" y="6276655"/>
            <a:ext cx="395826" cy="33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0127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64F99C34-A082-5E60-D91F-F90329A9E80C}"/>
              </a:ext>
            </a:extLst>
          </p:cNvPr>
          <p:cNvSpPr/>
          <p:nvPr userDrawn="1"/>
        </p:nvSpPr>
        <p:spPr>
          <a:xfrm>
            <a:off x="0" y="0"/>
            <a:ext cx="5249100" cy="6858000"/>
          </a:xfrm>
          <a:prstGeom prst="rect">
            <a:avLst/>
          </a:prstGeom>
          <a:solidFill>
            <a:srgbClr val="1630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D62ACB-EEFA-1428-AFD0-B8A049A1D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2900" y="987425"/>
            <a:ext cx="593248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BEC817C-FA32-BE58-8557-854990BA4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8431" y="979487"/>
            <a:ext cx="3932237" cy="488156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4E65537-5CD9-D1FF-F29D-1D9C91A9F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8F1997-BB3C-3988-0B78-513126094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B8464B-8829-104F-3FDB-C15E24A92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Imagem 7" descr="Logotipo&#10;&#10;Descrição gerada automaticamente">
            <a:extLst>
              <a:ext uri="{FF2B5EF4-FFF2-40B4-BE49-F238E27FC236}">
                <a16:creationId xmlns:a16="http://schemas.microsoft.com/office/drawing/2014/main" id="{0CEFD8BA-5D6A-8764-76BE-1B52775A79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1927" y="6276655"/>
            <a:ext cx="919907" cy="332153"/>
          </a:xfrm>
          <a:prstGeom prst="rect">
            <a:avLst/>
          </a:prstGeom>
        </p:spPr>
      </p:pic>
      <p:pic>
        <p:nvPicPr>
          <p:cNvPr id="9" name="Imagem 8" descr="Placa vermelha com letras brancas&#10;&#10;Descrição gerada automaticamente com confiança média">
            <a:extLst>
              <a:ext uri="{FF2B5EF4-FFF2-40B4-BE49-F238E27FC236}">
                <a16:creationId xmlns:a16="http://schemas.microsoft.com/office/drawing/2014/main" id="{1D66BCAA-4CF9-5624-904F-D15725AF6E1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66" y="6276655"/>
            <a:ext cx="395826" cy="33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8887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610A68-A004-5B9B-6215-EDDDC7B75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166" y="365126"/>
            <a:ext cx="11551668" cy="521566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43D293-44BC-D7B5-D651-09C7DDB6B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166" y="1408258"/>
            <a:ext cx="11551668" cy="476870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22C96D-EBB1-48B5-23D6-9036F4640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055430-551F-D2E1-45C1-3E89C7B06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AA377D-321F-16BE-D103-78B527C0E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DB67FF10-C7A3-104F-F296-1BCFB5A74A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0166" y="886692"/>
            <a:ext cx="11551668" cy="383743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9" name="Imagem 8" descr="Logotipo&#10;&#10;Descrição gerada automaticamente">
            <a:extLst>
              <a:ext uri="{FF2B5EF4-FFF2-40B4-BE49-F238E27FC236}">
                <a16:creationId xmlns:a16="http://schemas.microsoft.com/office/drawing/2014/main" id="{E10259B9-19C3-D0DC-5143-7A4C57A6FE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1927" y="6276655"/>
            <a:ext cx="919907" cy="332153"/>
          </a:xfrm>
          <a:prstGeom prst="rect">
            <a:avLst/>
          </a:prstGeom>
        </p:spPr>
      </p:pic>
      <p:pic>
        <p:nvPicPr>
          <p:cNvPr id="11" name="Imagem 10" descr="Placa vermelha com letras brancas&#10;&#10;Descrição gerada automaticamente com confiança média">
            <a:extLst>
              <a:ext uri="{FF2B5EF4-FFF2-40B4-BE49-F238E27FC236}">
                <a16:creationId xmlns:a16="http://schemas.microsoft.com/office/drawing/2014/main" id="{E8D30009-2159-4A97-E532-F28528B1F82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66" y="6276655"/>
            <a:ext cx="395826" cy="33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2334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610A68-A004-5B9B-6215-EDDDC7B75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165" y="365126"/>
            <a:ext cx="11551667" cy="521566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43D293-44BC-D7B5-D651-09C7DDB6B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166" y="1408258"/>
            <a:ext cx="9158034" cy="476870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22C96D-EBB1-48B5-23D6-9036F4640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055430-551F-D2E1-45C1-3E89C7B06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AA377D-321F-16BE-D103-78B527C0E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DB67FF10-C7A3-104F-F296-1BCFB5A74A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0165" y="886692"/>
            <a:ext cx="11551667" cy="383743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9" name="Imagem 8" descr="Logotipo&#10;&#10;Descrição gerada automaticamente">
            <a:extLst>
              <a:ext uri="{FF2B5EF4-FFF2-40B4-BE49-F238E27FC236}">
                <a16:creationId xmlns:a16="http://schemas.microsoft.com/office/drawing/2014/main" id="{E10259B9-19C3-D0DC-5143-7A4C57A6FE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1927" y="6276655"/>
            <a:ext cx="919907" cy="332153"/>
          </a:xfrm>
          <a:prstGeom prst="rect">
            <a:avLst/>
          </a:prstGeom>
        </p:spPr>
      </p:pic>
      <p:pic>
        <p:nvPicPr>
          <p:cNvPr id="11" name="Imagem 10" descr="Placa vermelha com letras brancas&#10;&#10;Descrição gerada automaticamente com confiança média">
            <a:extLst>
              <a:ext uri="{FF2B5EF4-FFF2-40B4-BE49-F238E27FC236}">
                <a16:creationId xmlns:a16="http://schemas.microsoft.com/office/drawing/2014/main" id="{E8D30009-2159-4A97-E532-F28528B1F82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66" y="6276655"/>
            <a:ext cx="395826" cy="332153"/>
          </a:xfrm>
          <a:prstGeom prst="rect">
            <a:avLst/>
          </a:prstGeom>
        </p:spPr>
      </p:pic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64FCC4E4-04A1-18B6-3DB7-934E423F8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75320" y="1408112"/>
            <a:ext cx="2296513" cy="4768705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just">
              <a:buNone/>
              <a:defRPr lang="pt-BR" sz="1200" dirty="0" smtClean="0"/>
            </a:lvl1pPr>
            <a:lvl2pPr>
              <a:defRPr lang="pt-BR" sz="1800" dirty="0" smtClean="0"/>
            </a:lvl2pPr>
            <a:lvl3pPr>
              <a:defRPr lang="pt-BR" sz="1600" dirty="0" smtClean="0"/>
            </a:lvl3pPr>
            <a:lvl4pPr>
              <a:defRPr lang="pt-BR" sz="1400" dirty="0" smtClean="0"/>
            </a:lvl4pPr>
            <a:lvl5pPr>
              <a:defRPr lang="pt-BR" sz="1400" dirty="0"/>
            </a:lvl5pPr>
          </a:lstStyle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06234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C79FE0-302F-434C-6C93-71ABF72CC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166" y="365125"/>
            <a:ext cx="11551668" cy="522000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6E331F-6DA7-5551-159C-7ACDA99FD6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0166" y="1408113"/>
            <a:ext cx="5699634" cy="2340000"/>
          </a:xfrm>
        </p:spPr>
        <p:txBody>
          <a:bodyPr>
            <a:normAutofit/>
          </a:bodyPr>
          <a:lstStyle>
            <a:lvl1pPr>
              <a:defRPr lang="pt-BR" sz="1800" dirty="0"/>
            </a:lvl1pPr>
            <a:lvl2pPr>
              <a:defRPr lang="pt-BR" sz="1600" dirty="0"/>
            </a:lvl2pPr>
            <a:lvl3pPr>
              <a:defRPr lang="pt-BR" sz="1400" dirty="0"/>
            </a:lvl3pPr>
            <a:lvl4pPr>
              <a:defRPr lang="pt-BR" sz="1200" dirty="0"/>
            </a:lvl4pPr>
            <a:lvl5pPr>
              <a:defRPr lang="pt-BR" sz="1200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DD754B-AF44-5811-E614-C0A0D0612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08113"/>
            <a:ext cx="5699634" cy="476885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0B924C5-BDEA-B787-AC83-B1BD181C4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A600CF7-BEDC-161A-A48B-A746D52F3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468029-416C-5080-A931-E128FE511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Imagem 7" descr="Logotipo&#10;&#10;Descrição gerada automaticamente">
            <a:extLst>
              <a:ext uri="{FF2B5EF4-FFF2-40B4-BE49-F238E27FC236}">
                <a16:creationId xmlns:a16="http://schemas.microsoft.com/office/drawing/2014/main" id="{8692E152-9411-B309-3448-776314F7B6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1927" y="6276655"/>
            <a:ext cx="919907" cy="332153"/>
          </a:xfrm>
          <a:prstGeom prst="rect">
            <a:avLst/>
          </a:prstGeom>
        </p:spPr>
      </p:pic>
      <p:pic>
        <p:nvPicPr>
          <p:cNvPr id="9" name="Imagem 8" descr="Placa vermelha com letras brancas&#10;&#10;Descrição gerada automaticamente com confiança média">
            <a:extLst>
              <a:ext uri="{FF2B5EF4-FFF2-40B4-BE49-F238E27FC236}">
                <a16:creationId xmlns:a16="http://schemas.microsoft.com/office/drawing/2014/main" id="{5F607262-F5D7-43A1-92AA-7E59544DAD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66" y="6276655"/>
            <a:ext cx="395826" cy="332153"/>
          </a:xfrm>
          <a:prstGeom prst="rect">
            <a:avLst/>
          </a:prstGeom>
        </p:spPr>
      </p:pic>
      <p:sp>
        <p:nvSpPr>
          <p:cNvPr id="10" name="Espaço Reservado para Texto 7">
            <a:extLst>
              <a:ext uri="{FF2B5EF4-FFF2-40B4-BE49-F238E27FC236}">
                <a16:creationId xmlns:a16="http://schemas.microsoft.com/office/drawing/2014/main" id="{4332392D-676F-8A09-A78E-28B40CBA2D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0166" y="886692"/>
            <a:ext cx="11551668" cy="383743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F678E693-BE14-FFA5-5BA9-2EACCC4F88C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20167" y="3836963"/>
            <a:ext cx="5699633" cy="2340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pt-BR" sz="1800" smtClean="0"/>
            </a:lvl1pPr>
            <a:lvl2pPr>
              <a:defRPr lang="pt-BR" sz="1600" smtClean="0"/>
            </a:lvl2pPr>
            <a:lvl3pPr>
              <a:defRPr lang="pt-BR" sz="1400" smtClean="0"/>
            </a:lvl3pPr>
            <a:lvl4pPr>
              <a:defRPr lang="pt-BR" sz="1200" smtClean="0"/>
            </a:lvl4pPr>
            <a:lvl5pPr>
              <a:defRPr lang="pt-BR"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7826071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C79FE0-302F-434C-6C93-71ABF72CC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166" y="365125"/>
            <a:ext cx="11551668" cy="522000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6E331F-6DA7-5551-159C-7ACDA99FD6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0166" y="1408112"/>
            <a:ext cx="5699634" cy="4768849"/>
          </a:xfrm>
        </p:spPr>
        <p:txBody>
          <a:bodyPr>
            <a:normAutofit/>
          </a:bodyPr>
          <a:lstStyle>
            <a:lvl1pPr>
              <a:defRPr lang="pt-BR" sz="1800" dirty="0"/>
            </a:lvl1pPr>
            <a:lvl2pPr>
              <a:defRPr lang="pt-BR" sz="1600" dirty="0"/>
            </a:lvl2pPr>
            <a:lvl3pPr>
              <a:defRPr lang="pt-BR" sz="1400" dirty="0"/>
            </a:lvl3pPr>
            <a:lvl4pPr>
              <a:defRPr lang="pt-BR" sz="1200" dirty="0"/>
            </a:lvl4pPr>
            <a:lvl5pPr>
              <a:defRPr lang="pt-BR" sz="1200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DD754B-AF44-5811-E614-C0A0D0612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08113"/>
            <a:ext cx="5699634" cy="23400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0B924C5-BDEA-B787-AC83-B1BD181C4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A600CF7-BEDC-161A-A48B-A746D52F3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468029-416C-5080-A931-E128FE511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Imagem 7" descr="Logotipo&#10;&#10;Descrição gerada automaticamente">
            <a:extLst>
              <a:ext uri="{FF2B5EF4-FFF2-40B4-BE49-F238E27FC236}">
                <a16:creationId xmlns:a16="http://schemas.microsoft.com/office/drawing/2014/main" id="{8692E152-9411-B309-3448-776314F7B6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1927" y="6276655"/>
            <a:ext cx="919907" cy="332153"/>
          </a:xfrm>
          <a:prstGeom prst="rect">
            <a:avLst/>
          </a:prstGeom>
        </p:spPr>
      </p:pic>
      <p:pic>
        <p:nvPicPr>
          <p:cNvPr id="9" name="Imagem 8" descr="Placa vermelha com letras brancas&#10;&#10;Descrição gerada automaticamente com confiança média">
            <a:extLst>
              <a:ext uri="{FF2B5EF4-FFF2-40B4-BE49-F238E27FC236}">
                <a16:creationId xmlns:a16="http://schemas.microsoft.com/office/drawing/2014/main" id="{5F607262-F5D7-43A1-92AA-7E59544DAD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66" y="6276655"/>
            <a:ext cx="395826" cy="332153"/>
          </a:xfrm>
          <a:prstGeom prst="rect">
            <a:avLst/>
          </a:prstGeom>
        </p:spPr>
      </p:pic>
      <p:sp>
        <p:nvSpPr>
          <p:cNvPr id="10" name="Espaço Reservado para Texto 7">
            <a:extLst>
              <a:ext uri="{FF2B5EF4-FFF2-40B4-BE49-F238E27FC236}">
                <a16:creationId xmlns:a16="http://schemas.microsoft.com/office/drawing/2014/main" id="{4332392D-676F-8A09-A78E-28B40CBA2D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0166" y="886692"/>
            <a:ext cx="11551668" cy="383743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A458088C-384C-E884-3A53-E1785D68BF2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72200" y="3836963"/>
            <a:ext cx="5699632" cy="233999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pt-BR" sz="1800" dirty="0" smtClean="0"/>
            </a:lvl1pPr>
            <a:lvl2pPr>
              <a:defRPr lang="pt-BR" sz="1600" dirty="0" smtClean="0"/>
            </a:lvl2pPr>
            <a:lvl3pPr>
              <a:defRPr lang="pt-BR" sz="1400" dirty="0" smtClean="0"/>
            </a:lvl3pPr>
            <a:lvl4pPr>
              <a:defRPr lang="pt-BR" sz="1200" dirty="0" smtClean="0"/>
            </a:lvl4pPr>
            <a:lvl5pPr>
              <a:defRPr lang="pt-BR" sz="1200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9963392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C79FE0-302F-434C-6C93-71ABF72CC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166" y="365125"/>
            <a:ext cx="11551668" cy="522000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6E331F-6DA7-5551-159C-7ACDA99FD6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0166" y="1408113"/>
            <a:ext cx="5699634" cy="2340000"/>
          </a:xfrm>
        </p:spPr>
        <p:txBody>
          <a:bodyPr>
            <a:normAutofit/>
          </a:bodyPr>
          <a:lstStyle>
            <a:lvl1pPr>
              <a:defRPr lang="pt-BR" sz="1800" dirty="0"/>
            </a:lvl1pPr>
            <a:lvl2pPr>
              <a:defRPr lang="pt-BR" sz="1600" dirty="0"/>
            </a:lvl2pPr>
            <a:lvl3pPr>
              <a:defRPr lang="pt-BR" sz="1400" dirty="0"/>
            </a:lvl3pPr>
            <a:lvl4pPr>
              <a:defRPr lang="pt-BR" sz="1200" dirty="0"/>
            </a:lvl4pPr>
            <a:lvl5pPr>
              <a:defRPr lang="pt-BR" sz="1200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DD754B-AF44-5811-E614-C0A0D0612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08113"/>
            <a:ext cx="5699634" cy="23400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0B924C5-BDEA-B787-AC83-B1BD181C4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DEA9D-7575-4ABF-AD36-4DA550E9FD95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A600CF7-BEDC-161A-A48B-A746D52F3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468029-416C-5080-A931-E128FE511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Imagem 7" descr="Logotipo&#10;&#10;Descrição gerada automaticamente">
            <a:extLst>
              <a:ext uri="{FF2B5EF4-FFF2-40B4-BE49-F238E27FC236}">
                <a16:creationId xmlns:a16="http://schemas.microsoft.com/office/drawing/2014/main" id="{8692E152-9411-B309-3448-776314F7B6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1927" y="6276655"/>
            <a:ext cx="919907" cy="332153"/>
          </a:xfrm>
          <a:prstGeom prst="rect">
            <a:avLst/>
          </a:prstGeom>
        </p:spPr>
      </p:pic>
      <p:pic>
        <p:nvPicPr>
          <p:cNvPr id="9" name="Imagem 8" descr="Placa vermelha com letras brancas&#10;&#10;Descrição gerada automaticamente com confiança média">
            <a:extLst>
              <a:ext uri="{FF2B5EF4-FFF2-40B4-BE49-F238E27FC236}">
                <a16:creationId xmlns:a16="http://schemas.microsoft.com/office/drawing/2014/main" id="{5F607262-F5D7-43A1-92AA-7E59544DAD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66" y="6276655"/>
            <a:ext cx="395826" cy="332153"/>
          </a:xfrm>
          <a:prstGeom prst="rect">
            <a:avLst/>
          </a:prstGeom>
        </p:spPr>
      </p:pic>
      <p:sp>
        <p:nvSpPr>
          <p:cNvPr id="10" name="Espaço Reservado para Texto 7">
            <a:extLst>
              <a:ext uri="{FF2B5EF4-FFF2-40B4-BE49-F238E27FC236}">
                <a16:creationId xmlns:a16="http://schemas.microsoft.com/office/drawing/2014/main" id="{4332392D-676F-8A09-A78E-28B40CBA2D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0166" y="886692"/>
            <a:ext cx="11551668" cy="383743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F678E693-BE14-FFA5-5BA9-2EACCC4F88C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20167" y="3836963"/>
            <a:ext cx="5699633" cy="2340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pt-BR" sz="1800" smtClean="0"/>
            </a:lvl1pPr>
            <a:lvl2pPr>
              <a:defRPr lang="pt-BR" sz="1600" smtClean="0"/>
            </a:lvl2pPr>
            <a:lvl3pPr>
              <a:defRPr lang="pt-BR" sz="1400" smtClean="0"/>
            </a:lvl3pPr>
            <a:lvl4pPr>
              <a:defRPr lang="pt-BR" sz="1200" smtClean="0"/>
            </a:lvl4pPr>
            <a:lvl5pPr>
              <a:defRPr lang="pt-BR"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A458088C-384C-E884-3A53-E1785D68BF2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72200" y="3836963"/>
            <a:ext cx="5699632" cy="233999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pt-BR" sz="1800" dirty="0" smtClean="0"/>
            </a:lvl1pPr>
            <a:lvl2pPr>
              <a:defRPr lang="pt-BR" sz="1600" dirty="0" smtClean="0"/>
            </a:lvl2pPr>
            <a:lvl3pPr>
              <a:defRPr lang="pt-BR" sz="1400" dirty="0" smtClean="0"/>
            </a:lvl3pPr>
            <a:lvl4pPr>
              <a:defRPr lang="pt-BR" sz="1200" dirty="0" smtClean="0"/>
            </a:lvl4pPr>
            <a:lvl5pPr>
              <a:defRPr lang="pt-BR" sz="1200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611672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2DEA9D-7575-4ABF-AD36-4DA550E9FD95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1821E8-D2EA-4E68-A486-29BA34869F9C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60DAFC9A-3B67-94BF-8646-B4AC05281F78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1927" y="6276655"/>
            <a:ext cx="919907" cy="332153"/>
          </a:xfrm>
          <a:prstGeom prst="rect">
            <a:avLst/>
          </a:prstGeom>
        </p:spPr>
      </p:pic>
      <p:pic>
        <p:nvPicPr>
          <p:cNvPr id="8" name="Imagem 7" descr="Placa vermelha com letras brancas&#10;&#10;Descrição gerada automaticamente com confiança média">
            <a:extLst>
              <a:ext uri="{FF2B5EF4-FFF2-40B4-BE49-F238E27FC236}">
                <a16:creationId xmlns:a16="http://schemas.microsoft.com/office/drawing/2014/main" id="{3CE7BB3C-CBC2-62F7-60E2-56771DDC0117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66" y="6276655"/>
            <a:ext cx="395826" cy="33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047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9" r:id="rId12"/>
    <p:sldLayoutId id="2147483680" r:id="rId13"/>
    <p:sldLayoutId id="2147483681" r:id="rId14"/>
    <p:sldLayoutId id="2147483661" r:id="rId15"/>
    <p:sldLayoutId id="2147483665" r:id="rId16"/>
    <p:sldLayoutId id="2147483664" r:id="rId17"/>
    <p:sldLayoutId id="2147483662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4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4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4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4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4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4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4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4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4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4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4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4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4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4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4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4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4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4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4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4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180C42-865C-6B97-E210-54FBBB62A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3119"/>
            <a:ext cx="10515600" cy="2852737"/>
          </a:xfrm>
        </p:spPr>
        <p:txBody>
          <a:bodyPr/>
          <a:lstStyle/>
          <a:p>
            <a:r>
              <a:rPr lang="pt-BR" dirty="0"/>
              <a:t>Projeção de Vendas Definição Modelo</a:t>
            </a:r>
          </a:p>
        </p:txBody>
      </p:sp>
    </p:spTree>
    <p:extLst>
      <p:ext uri="{BB962C8B-B14F-4D97-AF65-F5344CB8AC3E}">
        <p14:creationId xmlns:p14="http://schemas.microsoft.com/office/powerpoint/2010/main" val="458569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9CBAE-91BF-B0FB-E07D-71DD33493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BB1770-F9B2-6734-427A-8106F01D1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incremento de canal e produto melhora a previsão?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CA6F6A-F2FF-C619-C675-70B5614A6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Período avaliado: </a:t>
            </a:r>
            <a:r>
              <a:rPr lang="pt-BR" dirty="0" err="1"/>
              <a:t>jan</a:t>
            </a:r>
            <a:r>
              <a:rPr lang="pt-BR" dirty="0"/>
              <a:t>/2026+ | </a:t>
            </a:r>
            <a:r>
              <a:rPr lang="pt-BR" dirty="0" err="1"/>
              <a:t>qtd</a:t>
            </a:r>
            <a:r>
              <a:rPr lang="pt-BR" dirty="0"/>
              <a:t>: 71 dias úteis | valor: 71 dias úteis </a:t>
            </a:r>
          </a:p>
          <a:p>
            <a:r>
              <a:rPr lang="pt-BR" dirty="0"/>
              <a:t>Dentre os selecionados na reunião prévia, qual modelo prevê melhor a quantidade e o valor das propostas? </a:t>
            </a:r>
          </a:p>
          <a:p>
            <a:r>
              <a:rPr lang="pt-BR" dirty="0"/>
              <a:t>Enriquecer o modelo com CANAL e PRODUTO melhora a previsão? </a:t>
            </a:r>
          </a:p>
          <a:p>
            <a:r>
              <a:rPr lang="pt-BR" dirty="0"/>
              <a:t>Resultado: o melhor modelo supera a antiga; canal/produto NÃO trouxe ganho relevante. </a:t>
            </a:r>
          </a:p>
          <a:p>
            <a:r>
              <a:rPr lang="pt-BR" dirty="0"/>
              <a:t>Metodologia se mantém como a apresentada</a:t>
            </a:r>
          </a:p>
          <a:p>
            <a:r>
              <a:rPr lang="pt-BR" dirty="0"/>
              <a:t>Única diferença é que agora se apresenta Viés além de apenas MAPE mais análise do erro safra a safra</a:t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ACB6AFA-7426-11C8-DFA2-937E36D587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48891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5815B4-EC2C-AA77-A619-BD3713F1B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produto e canal entram no modelo?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4B7059-BB86-9377-E822-221BAD513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base — modelo pré-selecionado, SEM canal/produto</a:t>
            </a:r>
          </a:p>
          <a:p>
            <a:r>
              <a:rPr lang="pt-BR" dirty="0"/>
              <a:t>+mix — </a:t>
            </a:r>
            <a:r>
              <a:rPr lang="pt-BR" dirty="0" err="1"/>
              <a:t>share</a:t>
            </a:r>
            <a:r>
              <a:rPr lang="pt-BR" dirty="0"/>
              <a:t> do canal e do produto dominantes de ontem (2 features). </a:t>
            </a:r>
          </a:p>
          <a:p>
            <a:r>
              <a:rPr lang="pt-BR" dirty="0"/>
              <a:t>+</a:t>
            </a:r>
            <a:r>
              <a:rPr lang="pt-BR" dirty="0" err="1"/>
              <a:t>seg</a:t>
            </a:r>
            <a:r>
              <a:rPr lang="pt-BR" dirty="0"/>
              <a:t> — volume de cada canal e cada produto em vários </a:t>
            </a:r>
            <a:r>
              <a:rPr lang="pt-BR" dirty="0" err="1"/>
              <a:t>lags</a:t>
            </a:r>
            <a:r>
              <a:rPr lang="pt-BR" dirty="0"/>
              <a:t> (cru, muitas colunas). </a:t>
            </a:r>
          </a:p>
          <a:p>
            <a:r>
              <a:rPr lang="pt-BR" dirty="0"/>
              <a:t>+</a:t>
            </a:r>
            <a:r>
              <a:rPr lang="pt-BR" dirty="0" err="1"/>
              <a:t>seg_pca</a:t>
            </a:r>
            <a:r>
              <a:rPr lang="pt-BR" dirty="0"/>
              <a:t> — o mesmo, comprimido por PCA (componentes que somam ≥80% da variância).</a:t>
            </a:r>
          </a:p>
          <a:p>
            <a:r>
              <a:rPr lang="pt-BR" dirty="0" err="1"/>
              <a:t>bottom-up</a:t>
            </a:r>
            <a:r>
              <a:rPr lang="pt-BR" dirty="0"/>
              <a:t> — um modelo por célula </a:t>
            </a:r>
            <a:r>
              <a:rPr lang="pt-BR" dirty="0" err="1"/>
              <a:t>canal×produto</a:t>
            </a:r>
            <a:r>
              <a:rPr lang="pt-BR" dirty="0"/>
              <a:t> e SOMA das partes (estratégia hierárquica). </a:t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5600DA9-2D6A-FFF8-2C62-991F3AA79B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sz="2000" dirty="0"/>
              <a:t>Tipos de Modelos testados</a:t>
            </a:r>
          </a:p>
        </p:txBody>
      </p:sp>
    </p:spTree>
    <p:extLst>
      <p:ext uri="{BB962C8B-B14F-4D97-AF65-F5344CB8AC3E}">
        <p14:creationId xmlns:p14="http://schemas.microsoft.com/office/powerpoint/2010/main" val="2513574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CBFBE-8F62-9AB8-F888-8487B758E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A0A699E-C5E9-0DCD-9FB3-E8D60FA2367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>
                <a:latin typeface="+mj-lt"/>
              </a:rPr>
              <a:t>Quantidade</a:t>
            </a:r>
          </a:p>
        </p:txBody>
      </p:sp>
    </p:spTree>
    <p:extLst>
      <p:ext uri="{BB962C8B-B14F-4D97-AF65-F5344CB8AC3E}">
        <p14:creationId xmlns:p14="http://schemas.microsoft.com/office/powerpoint/2010/main" val="3339084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1FD75-22CD-CE2F-DDB5-BE691EA7E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D22D69-67AA-F640-A123-B7743FEEA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166" y="365125"/>
            <a:ext cx="11551668" cy="522000"/>
          </a:xfrm>
        </p:spPr>
        <p:txBody>
          <a:bodyPr anchor="ctr">
            <a:normAutofit/>
          </a:bodyPr>
          <a:lstStyle/>
          <a:p>
            <a:r>
              <a:rPr lang="pt-BR" dirty="0"/>
              <a:t>Melhores Modelos</a:t>
            </a:r>
          </a:p>
        </p:txBody>
      </p:sp>
      <p:sp>
        <p:nvSpPr>
          <p:cNvPr id="51" name="Text Placeholder 4">
            <a:extLst>
              <a:ext uri="{FF2B5EF4-FFF2-40B4-BE49-F238E27FC236}">
                <a16:creationId xmlns:a16="http://schemas.microsoft.com/office/drawing/2014/main" id="{58190629-F603-EB14-10A8-476954132F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0166" y="886692"/>
            <a:ext cx="11551668" cy="38374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2A7EF8-66A6-72CA-6DDF-89817150A92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72200" y="3836963"/>
            <a:ext cx="5699632" cy="233999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BR" dirty="0"/>
          </a:p>
          <a:p>
            <a:pPr lvl="1"/>
            <a:endParaRPr lang="pt-BR" sz="180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76618648-36D8-2D5C-610C-8BF6EFE351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827298"/>
              </p:ext>
            </p:extLst>
          </p:nvPr>
        </p:nvGraphicFramePr>
        <p:xfrm>
          <a:off x="835283" y="1408692"/>
          <a:ext cx="10495354" cy="44141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3280">
                  <a:extLst>
                    <a:ext uri="{9D8B030D-6E8A-4147-A177-3AD203B41FA5}">
                      <a16:colId xmlns:a16="http://schemas.microsoft.com/office/drawing/2014/main" val="1000758247"/>
                    </a:ext>
                  </a:extLst>
                </a:gridCol>
                <a:gridCol w="1782329">
                  <a:extLst>
                    <a:ext uri="{9D8B030D-6E8A-4147-A177-3AD203B41FA5}">
                      <a16:colId xmlns:a16="http://schemas.microsoft.com/office/drawing/2014/main" val="3744043746"/>
                    </a:ext>
                  </a:extLst>
                </a:gridCol>
                <a:gridCol w="1964820">
                  <a:extLst>
                    <a:ext uri="{9D8B030D-6E8A-4147-A177-3AD203B41FA5}">
                      <a16:colId xmlns:a16="http://schemas.microsoft.com/office/drawing/2014/main" val="3800774787"/>
                    </a:ext>
                  </a:extLst>
                </a:gridCol>
                <a:gridCol w="1744407">
                  <a:extLst>
                    <a:ext uri="{9D8B030D-6E8A-4147-A177-3AD203B41FA5}">
                      <a16:colId xmlns:a16="http://schemas.microsoft.com/office/drawing/2014/main" val="4026602926"/>
                    </a:ext>
                  </a:extLst>
                </a:gridCol>
                <a:gridCol w="720518">
                  <a:extLst>
                    <a:ext uri="{9D8B030D-6E8A-4147-A177-3AD203B41FA5}">
                      <a16:colId xmlns:a16="http://schemas.microsoft.com/office/drawing/2014/main" val="908334644"/>
                    </a:ext>
                  </a:extLst>
                </a:gridCol>
              </a:tblGrid>
              <a:tr h="3253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Modelo × Variante</a:t>
                      </a:r>
                      <a:endParaRPr lang="pt-BR" sz="18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MAPE Médio (%)</a:t>
                      </a:r>
                      <a:endParaRPr lang="pt-BR" sz="18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MAPE Mediana (%)</a:t>
                      </a:r>
                      <a:endParaRPr lang="pt-BR" sz="18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Viés (real-</a:t>
                      </a:r>
                      <a:r>
                        <a:rPr lang="pt-BR" sz="1800" u="none" strike="noStrike" dirty="0" err="1">
                          <a:effectLst/>
                        </a:rPr>
                        <a:t>pred</a:t>
                      </a:r>
                      <a:r>
                        <a:rPr lang="pt-BR" sz="1800" u="none" strike="noStrike" dirty="0">
                          <a:effectLst/>
                        </a:rPr>
                        <a:t>)</a:t>
                      </a:r>
                      <a:endParaRPr lang="pt-BR" sz="18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MAE</a:t>
                      </a:r>
                      <a:endParaRPr lang="pt-BR" sz="18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extLst>
                  <a:ext uri="{0D108BD9-81ED-4DB2-BD59-A6C34878D82A}">
                    <a16:rowId xmlns:a16="http://schemas.microsoft.com/office/drawing/2014/main" val="3503540684"/>
                  </a:ext>
                </a:extLst>
              </a:tr>
              <a:tr h="3253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SE(LINE)+SE(SGDR)+ABR | </a:t>
                      </a:r>
                      <a:r>
                        <a:rPr lang="pt-BR" sz="1800" u="none" strike="noStrike" dirty="0" err="1">
                          <a:effectLst/>
                        </a:rPr>
                        <a:t>bottom-up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8,32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6,07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77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249,4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extLst>
                  <a:ext uri="{0D108BD9-81ED-4DB2-BD59-A6C34878D82A}">
                    <a16:rowId xmlns:a16="http://schemas.microsoft.com/office/drawing/2014/main" val="3709537719"/>
                  </a:ext>
                </a:extLst>
              </a:tr>
              <a:tr h="3253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SE(LINE)+SE(SGDR)+ABR | base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7,04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5,28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44,3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208,6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extLst>
                  <a:ext uri="{0D108BD9-81ED-4DB2-BD59-A6C34878D82A}">
                    <a16:rowId xmlns:a16="http://schemas.microsoft.com/office/drawing/2014/main" val="2317597603"/>
                  </a:ext>
                </a:extLst>
              </a:tr>
              <a:tr h="3253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SE(LINE)+SE(SGDR)+ABR | +</a:t>
                      </a:r>
                      <a:r>
                        <a:rPr lang="pt-BR" sz="1800" u="none" strike="noStrike" dirty="0" err="1">
                          <a:effectLst/>
                        </a:rPr>
                        <a:t>seg_pca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7,4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7,05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69,8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221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extLst>
                  <a:ext uri="{0D108BD9-81ED-4DB2-BD59-A6C34878D82A}">
                    <a16:rowId xmlns:a16="http://schemas.microsoft.com/office/drawing/2014/main" val="3329853057"/>
                  </a:ext>
                </a:extLst>
              </a:tr>
              <a:tr h="3253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SE(LINE)+SE(SGDR)+ABR | +seg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7,55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6,48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59,8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224,4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extLst>
                  <a:ext uri="{0D108BD9-81ED-4DB2-BD59-A6C34878D82A}">
                    <a16:rowId xmlns:a16="http://schemas.microsoft.com/office/drawing/2014/main" val="1526108727"/>
                  </a:ext>
                </a:extLst>
              </a:tr>
              <a:tr h="3253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SE(LINE)+SE(SGDR)+ABR | +mix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7,42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6,28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54,9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220,6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extLst>
                  <a:ext uri="{0D108BD9-81ED-4DB2-BD59-A6C34878D82A}">
                    <a16:rowId xmlns:a16="http://schemas.microsoft.com/office/drawing/2014/main" val="3140044501"/>
                  </a:ext>
                </a:extLst>
              </a:tr>
              <a:tr h="5804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SE(ETR)+MMS+BIN+SE(ELAS)+ABR | </a:t>
                      </a:r>
                      <a:r>
                        <a:rPr lang="pt-BR" sz="1800" u="none" strike="noStrike" dirty="0" err="1">
                          <a:effectLst/>
                        </a:rPr>
                        <a:t>bottom-up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8,6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6,16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87,2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258,5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extLst>
                  <a:ext uri="{0D108BD9-81ED-4DB2-BD59-A6C34878D82A}">
                    <a16:rowId xmlns:a16="http://schemas.microsoft.com/office/drawing/2014/main" val="1721727180"/>
                  </a:ext>
                </a:extLst>
              </a:tr>
              <a:tr h="3253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SE(ETR)+MMS+BIN+SE(ELAS)+ABR | base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7,78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6,35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45,9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231,9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extLst>
                  <a:ext uri="{0D108BD9-81ED-4DB2-BD59-A6C34878D82A}">
                    <a16:rowId xmlns:a16="http://schemas.microsoft.com/office/drawing/2014/main" val="3289330637"/>
                  </a:ext>
                </a:extLst>
              </a:tr>
              <a:tr h="5804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SE(ETR)+MMS+BIN+SE(ELAS)+ABR | +</a:t>
                      </a:r>
                      <a:r>
                        <a:rPr lang="pt-BR" sz="1800" u="none" strike="noStrike" dirty="0" err="1">
                          <a:effectLst/>
                        </a:rPr>
                        <a:t>seg_pca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7,38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6,46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64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220,7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extLst>
                  <a:ext uri="{0D108BD9-81ED-4DB2-BD59-A6C34878D82A}">
                    <a16:rowId xmlns:a16="http://schemas.microsoft.com/office/drawing/2014/main" val="2889795101"/>
                  </a:ext>
                </a:extLst>
              </a:tr>
              <a:tr h="3253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SE(ETR)+MMS+BIN+SE(ELAS)+ABR | +seg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9,13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8,39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117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274,4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extLst>
                  <a:ext uri="{0D108BD9-81ED-4DB2-BD59-A6C34878D82A}">
                    <a16:rowId xmlns:a16="http://schemas.microsoft.com/office/drawing/2014/main" val="1496520825"/>
                  </a:ext>
                </a:extLst>
              </a:tr>
              <a:tr h="3253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SE(ETR)+MMS+BIN+SE(ELAS)+ABR | +mix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7,55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6,22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46,2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225,2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extLst>
                  <a:ext uri="{0D108BD9-81ED-4DB2-BD59-A6C34878D82A}">
                    <a16:rowId xmlns:a16="http://schemas.microsoft.com/office/drawing/2014/main" val="1855078082"/>
                  </a:ext>
                </a:extLst>
              </a:tr>
              <a:tr h="3253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Pipeline Antiga | —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7,39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5,49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28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220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85" marR="7685" marT="7685" marB="0" anchor="b"/>
                </a:tc>
                <a:extLst>
                  <a:ext uri="{0D108BD9-81ED-4DB2-BD59-A6C34878D82A}">
                    <a16:rowId xmlns:a16="http://schemas.microsoft.com/office/drawing/2014/main" val="22217857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4344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E563D-14B1-B28C-DB73-34A52A9F2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42E27B-57DC-56C7-2DF2-4EBC97079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Melhores Modelos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87699C-AEF6-16C5-E0D6-4C031FDBB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t-BR" dirty="0"/>
          </a:p>
          <a:p>
            <a:pPr lvl="1"/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6232C95-6C27-EEF7-F3EE-3AE638AAE9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78904D6-C68E-93E2-C5DC-73FF22BF3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" y="357187"/>
            <a:ext cx="11087100" cy="614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604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980A8-CA76-B0F2-36EB-D732D109A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B0618A-32DD-E402-B6E9-74678EBA9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Melhores Modelos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DF71CB-077F-358F-BBD1-8587EEEE2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t-BR" dirty="0"/>
          </a:p>
          <a:p>
            <a:pPr lvl="1"/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08A6CBF-BDB3-84D7-DD0A-1B9F1C4A94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0463246-A7C0-3BC5-A069-83E470EA9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5" y="357187"/>
            <a:ext cx="10382250" cy="614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130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24932-6601-4551-B9D0-2B70F5ED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4B8773-87F2-8ECC-78D7-E427F2ECD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Melhores Modelos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AE95A0-AB33-C4B4-F0B5-4E1ACF00C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t-BR" dirty="0"/>
          </a:p>
          <a:p>
            <a:pPr lvl="1"/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83C76CE-AC7F-9C4A-8BAA-131C7B434B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51E58BB-5941-068A-6F79-873482C79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6023"/>
            <a:ext cx="12192000" cy="368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240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C933F-3AEE-818F-99FD-4631FE243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E4B7E52-ED4E-244B-7BC3-56504D6B4EB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>
                <a:latin typeface="+mj-lt"/>
              </a:rPr>
              <a:t>Valor</a:t>
            </a:r>
          </a:p>
        </p:txBody>
      </p:sp>
    </p:spTree>
    <p:extLst>
      <p:ext uri="{BB962C8B-B14F-4D97-AF65-F5344CB8AC3E}">
        <p14:creationId xmlns:p14="http://schemas.microsoft.com/office/powerpoint/2010/main" val="259035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78ABE-9053-5232-D23C-C79DD0F5C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84DB5F0-4214-57AB-8DDD-6FC21CD2B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165" y="365126"/>
            <a:ext cx="11551667" cy="521566"/>
          </a:xfrm>
        </p:spPr>
        <p:txBody>
          <a:bodyPr anchor="ctr">
            <a:normAutofit/>
          </a:bodyPr>
          <a:lstStyle/>
          <a:p>
            <a:br>
              <a:rPr lang="pt-BR" sz="1500"/>
            </a:br>
            <a:endParaRPr lang="pt-BR" sz="1500"/>
          </a:p>
          <a:p>
            <a:endParaRPr lang="pt-BR" sz="150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5DFDF39-C855-7B70-1CE4-D9DBFD130C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0165" y="886692"/>
            <a:ext cx="11551667" cy="383743"/>
          </a:xfrm>
        </p:spPr>
        <p:txBody>
          <a:bodyPr/>
          <a:lstStyle/>
          <a:p>
            <a:endParaRPr lang="en-US"/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A3E6B551-F367-B47E-90F1-E95A4E8B12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592223"/>
              </p:ext>
            </p:extLst>
          </p:nvPr>
        </p:nvGraphicFramePr>
        <p:xfrm>
          <a:off x="646920" y="1042712"/>
          <a:ext cx="10898155" cy="51689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0636">
                  <a:extLst>
                    <a:ext uri="{9D8B030D-6E8A-4147-A177-3AD203B41FA5}">
                      <a16:colId xmlns:a16="http://schemas.microsoft.com/office/drawing/2014/main" val="78855729"/>
                    </a:ext>
                  </a:extLst>
                </a:gridCol>
                <a:gridCol w="1968489">
                  <a:extLst>
                    <a:ext uri="{9D8B030D-6E8A-4147-A177-3AD203B41FA5}">
                      <a16:colId xmlns:a16="http://schemas.microsoft.com/office/drawing/2014/main" val="3727827922"/>
                    </a:ext>
                  </a:extLst>
                </a:gridCol>
                <a:gridCol w="2198843">
                  <a:extLst>
                    <a:ext uri="{9D8B030D-6E8A-4147-A177-3AD203B41FA5}">
                      <a16:colId xmlns:a16="http://schemas.microsoft.com/office/drawing/2014/main" val="2834520107"/>
                    </a:ext>
                  </a:extLst>
                </a:gridCol>
                <a:gridCol w="1556621">
                  <a:extLst>
                    <a:ext uri="{9D8B030D-6E8A-4147-A177-3AD203B41FA5}">
                      <a16:colId xmlns:a16="http://schemas.microsoft.com/office/drawing/2014/main" val="911263686"/>
                    </a:ext>
                  </a:extLst>
                </a:gridCol>
                <a:gridCol w="1483566">
                  <a:extLst>
                    <a:ext uri="{9D8B030D-6E8A-4147-A177-3AD203B41FA5}">
                      <a16:colId xmlns:a16="http://schemas.microsoft.com/office/drawing/2014/main" val="2186592583"/>
                    </a:ext>
                  </a:extLst>
                </a:gridCol>
              </a:tblGrid>
              <a:tr h="2568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Modelo × Variante</a:t>
                      </a:r>
                      <a:endParaRPr lang="pt-BR" sz="18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MAPE Médio (%)</a:t>
                      </a:r>
                      <a:endParaRPr lang="pt-BR" sz="18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MAPE Mediana (%)</a:t>
                      </a:r>
                      <a:endParaRPr lang="pt-BR" sz="18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Viés (real-pred)</a:t>
                      </a:r>
                      <a:endParaRPr lang="pt-BR" sz="18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MAE</a:t>
                      </a:r>
                      <a:endParaRPr lang="pt-BR" sz="18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extLst>
                  <a:ext uri="{0D108BD9-81ED-4DB2-BD59-A6C34878D82A}">
                    <a16:rowId xmlns:a16="http://schemas.microsoft.com/office/drawing/2014/main" val="2918691978"/>
                  </a:ext>
                </a:extLst>
              </a:tr>
              <a:tr h="3223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 dirty="0" err="1">
                          <a:effectLst/>
                        </a:rPr>
                        <a:t>Voting</a:t>
                      </a:r>
                      <a:r>
                        <a:rPr lang="pt-BR" sz="1800" u="none" strike="noStrike" dirty="0">
                          <a:effectLst/>
                        </a:rPr>
                        <a:t>(GBR+XGB+RFR) | </a:t>
                      </a:r>
                      <a:r>
                        <a:rPr lang="pt-BR" sz="1800" u="none" strike="noStrike" dirty="0" err="1">
                          <a:effectLst/>
                        </a:rPr>
                        <a:t>bottom-up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8,53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7,07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148621,5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465978,3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extLst>
                  <a:ext uri="{0D108BD9-81ED-4DB2-BD59-A6C34878D82A}">
                    <a16:rowId xmlns:a16="http://schemas.microsoft.com/office/drawing/2014/main" val="2846586549"/>
                  </a:ext>
                </a:extLst>
              </a:tr>
              <a:tr h="2568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 dirty="0" err="1">
                          <a:effectLst/>
                        </a:rPr>
                        <a:t>Voting</a:t>
                      </a:r>
                      <a:r>
                        <a:rPr lang="pt-BR" sz="1800" u="none" strike="noStrike" dirty="0">
                          <a:effectLst/>
                        </a:rPr>
                        <a:t>(GBR+XGB+RFR) | base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8,06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6,86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137353,9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438684,5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extLst>
                  <a:ext uri="{0D108BD9-81ED-4DB2-BD59-A6C34878D82A}">
                    <a16:rowId xmlns:a16="http://schemas.microsoft.com/office/drawing/2014/main" val="4223505139"/>
                  </a:ext>
                </a:extLst>
              </a:tr>
              <a:tr h="2563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 dirty="0" err="1">
                          <a:effectLst/>
                        </a:rPr>
                        <a:t>Voting</a:t>
                      </a:r>
                      <a:r>
                        <a:rPr lang="pt-BR" sz="1800" u="none" strike="noStrike" dirty="0">
                          <a:effectLst/>
                        </a:rPr>
                        <a:t>(GBR+XGB+RFR) | +</a:t>
                      </a:r>
                      <a:r>
                        <a:rPr lang="pt-BR" sz="1800" u="none" strike="noStrike" dirty="0" err="1">
                          <a:effectLst/>
                        </a:rPr>
                        <a:t>seg_pca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7,77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6,85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136950,2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423662,8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extLst>
                  <a:ext uri="{0D108BD9-81ED-4DB2-BD59-A6C34878D82A}">
                    <a16:rowId xmlns:a16="http://schemas.microsoft.com/office/drawing/2014/main" val="2414822351"/>
                  </a:ext>
                </a:extLst>
              </a:tr>
              <a:tr h="2568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Voting(GBR+XGB+RFR) | +seg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8,3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6,58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167594,2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453700,4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extLst>
                  <a:ext uri="{0D108BD9-81ED-4DB2-BD59-A6C34878D82A}">
                    <a16:rowId xmlns:a16="http://schemas.microsoft.com/office/drawing/2014/main" val="3622875947"/>
                  </a:ext>
                </a:extLst>
              </a:tr>
              <a:tr h="2568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Voting(GBR+XGB+RFR) | +mix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8,08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6,31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125449,1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438345,4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extLst>
                  <a:ext uri="{0D108BD9-81ED-4DB2-BD59-A6C34878D82A}">
                    <a16:rowId xmlns:a16="http://schemas.microsoft.com/office/drawing/2014/main" val="3945599447"/>
                  </a:ext>
                </a:extLst>
              </a:tr>
              <a:tr h="2568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SE(ETR)+ABR | bottom-up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8,47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7,53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145563,9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462955,2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extLst>
                  <a:ext uri="{0D108BD9-81ED-4DB2-BD59-A6C34878D82A}">
                    <a16:rowId xmlns:a16="http://schemas.microsoft.com/office/drawing/2014/main" val="2890988464"/>
                  </a:ext>
                </a:extLst>
              </a:tr>
              <a:tr h="2568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SE(ETR)+ABR | base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8,14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6,22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110231,5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441853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extLst>
                  <a:ext uri="{0D108BD9-81ED-4DB2-BD59-A6C34878D82A}">
                    <a16:rowId xmlns:a16="http://schemas.microsoft.com/office/drawing/2014/main" val="2825237600"/>
                  </a:ext>
                </a:extLst>
              </a:tr>
              <a:tr h="2568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SE(ETR)+ABR | +seg_pca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7,74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6,84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95480,6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419210,2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extLst>
                  <a:ext uri="{0D108BD9-81ED-4DB2-BD59-A6C34878D82A}">
                    <a16:rowId xmlns:a16="http://schemas.microsoft.com/office/drawing/2014/main" val="3765148134"/>
                  </a:ext>
                </a:extLst>
              </a:tr>
              <a:tr h="2568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SE(ETR)+ABR | +seg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7,58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6,52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100581,7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411055,8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extLst>
                  <a:ext uri="{0D108BD9-81ED-4DB2-BD59-A6C34878D82A}">
                    <a16:rowId xmlns:a16="http://schemas.microsoft.com/office/drawing/2014/main" val="1767899051"/>
                  </a:ext>
                </a:extLst>
              </a:tr>
              <a:tr h="2568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SE(ETR)+ABR | +mix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8,06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6,63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97939,3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436350,4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extLst>
                  <a:ext uri="{0D108BD9-81ED-4DB2-BD59-A6C34878D82A}">
                    <a16:rowId xmlns:a16="http://schemas.microsoft.com/office/drawing/2014/main" val="1706375434"/>
                  </a:ext>
                </a:extLst>
              </a:tr>
              <a:tr h="2568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Pipeline Antiga | —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8,31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7,58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43814,2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451848,2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extLst>
                  <a:ext uri="{0D108BD9-81ED-4DB2-BD59-A6C34878D82A}">
                    <a16:rowId xmlns:a16="http://schemas.microsoft.com/office/drawing/2014/main" val="1112454789"/>
                  </a:ext>
                </a:extLst>
              </a:tr>
              <a:tr h="2568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ExtraTrees(EXT,j90) | bottom-up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7,89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6,92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76155,2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427449,2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extLst>
                  <a:ext uri="{0D108BD9-81ED-4DB2-BD59-A6C34878D82A}">
                    <a16:rowId xmlns:a16="http://schemas.microsoft.com/office/drawing/2014/main" val="4269284241"/>
                  </a:ext>
                </a:extLst>
              </a:tr>
              <a:tr h="2568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ExtraTrees(EXT,j90) | base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7,02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5,75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208649,8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389169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extLst>
                  <a:ext uri="{0D108BD9-81ED-4DB2-BD59-A6C34878D82A}">
                    <a16:rowId xmlns:a16="http://schemas.microsoft.com/office/drawing/2014/main" val="39217043"/>
                  </a:ext>
                </a:extLst>
              </a:tr>
              <a:tr h="2568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ExtraTrees(EXT,j90) | +seg_pca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8,36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6,89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330984,9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467261,5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extLst>
                  <a:ext uri="{0D108BD9-81ED-4DB2-BD59-A6C34878D82A}">
                    <a16:rowId xmlns:a16="http://schemas.microsoft.com/office/drawing/2014/main" val="1591265417"/>
                  </a:ext>
                </a:extLst>
              </a:tr>
              <a:tr h="2568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ExtraTrees(EXT,j90) | +seg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9,49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8,22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361812,9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532861,2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extLst>
                  <a:ext uri="{0D108BD9-81ED-4DB2-BD59-A6C34878D82A}">
                    <a16:rowId xmlns:a16="http://schemas.microsoft.com/office/drawing/2014/main" val="572502316"/>
                  </a:ext>
                </a:extLst>
              </a:tr>
              <a:tr h="2568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ExtraTrees(EXT,j90) | +mix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7,4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5,85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228060,1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411409,8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445" marR="11445" marT="11445" marB="0" anchor="b"/>
                </a:tc>
                <a:extLst>
                  <a:ext uri="{0D108BD9-81ED-4DB2-BD59-A6C34878D82A}">
                    <a16:rowId xmlns:a16="http://schemas.microsoft.com/office/drawing/2014/main" val="10423551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8207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18B8F-7483-1699-AA4E-07D4BA0C7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50F51E4-C275-076C-989E-A4C44F780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br>
              <a:rPr lang="pt-BR" dirty="0"/>
            </a:br>
            <a:endParaRPr lang="pt-BR" dirty="0"/>
          </a:p>
          <a:p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DAED3FF-D9AC-5817-715C-EF74CB13F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169" y="0"/>
            <a:ext cx="86336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926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D2B60-9CCD-45D9-AA3D-5939F4FAE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2772921-2A0A-99AD-69D4-75413351E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br>
              <a:rPr lang="pt-BR" dirty="0"/>
            </a:br>
            <a:endParaRPr lang="pt-BR" dirty="0"/>
          </a:p>
          <a:p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B2E24DC-CE38-022C-8B70-15F36E45D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898" y="0"/>
            <a:ext cx="85942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66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FA9B1-9FAA-C461-C8E0-03B353208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593694-CC95-F557-0B1A-ED19CF3BD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35408B0-9056-73F1-1AF2-308306E8BC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0166" y="1408113"/>
            <a:ext cx="11551668" cy="4768850"/>
          </a:xfrm>
        </p:spPr>
        <p:txBody>
          <a:bodyPr>
            <a:normAutofit/>
          </a:bodyPr>
          <a:lstStyle/>
          <a:p>
            <a:br>
              <a:rPr lang="pt-BR" dirty="0"/>
            </a:br>
            <a:endParaRPr lang="pt-BR" dirty="0"/>
          </a:p>
          <a:p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26F5B6E-373C-2E5D-1EE4-407C4457DA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BF7C7E7-056F-05DB-37FA-CD40CEBC7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4593"/>
            <a:ext cx="12192000" cy="368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881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3E5BE-B5E7-7AA6-CD5F-E53C51755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3EB0B9-4966-9794-2BB4-09C134262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Conclusão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F9125DA-A42C-947D-2EA0-AA11D88CEF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0166" y="1408113"/>
            <a:ext cx="11551668" cy="4768850"/>
          </a:xfrm>
        </p:spPr>
        <p:txBody>
          <a:bodyPr>
            <a:normAutofit/>
          </a:bodyPr>
          <a:lstStyle/>
          <a:p>
            <a:r>
              <a:rPr lang="pt-BR" dirty="0"/>
              <a:t>Canal e Produto não agregam na predição dia-a-dia de vendas, mas apenas adicionam ruído e pioram as métricas de predição no geral</a:t>
            </a:r>
          </a:p>
          <a:p>
            <a:r>
              <a:rPr lang="pt-BR" dirty="0"/>
              <a:t>Mudam pouco os modelos</a:t>
            </a:r>
          </a:p>
          <a:p>
            <a:r>
              <a:rPr lang="pt-BR" dirty="0"/>
              <a:t>A maior mudança é devida a mudança de modelos e não de acréscimo de variáveis</a:t>
            </a:r>
          </a:p>
          <a:p>
            <a:endParaRPr lang="pt-BR" dirty="0"/>
          </a:p>
          <a:p>
            <a:pPr marL="0" indent="0">
              <a:buNone/>
            </a:pPr>
            <a:br>
              <a:rPr lang="pt-BR" dirty="0"/>
            </a:br>
            <a:endParaRPr lang="pt-BR" dirty="0"/>
          </a:p>
          <a:p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8AD82D0-0688-35D0-EF9F-A0AD081EC6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433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46535-9BE4-2108-41C0-37B3714C4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E8E2B1-1CEC-3399-C0E1-DFE7169A319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>
                <a:latin typeface="+mj-lt"/>
              </a:rPr>
              <a:t>Seleção Modelos</a:t>
            </a:r>
          </a:p>
        </p:txBody>
      </p:sp>
    </p:spTree>
    <p:extLst>
      <p:ext uri="{BB962C8B-B14F-4D97-AF65-F5344CB8AC3E}">
        <p14:creationId xmlns:p14="http://schemas.microsoft.com/office/powerpoint/2010/main" val="40141813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ACCB0-0FBC-39F8-4EBE-674E2418B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F10586-5874-45D9-33C1-4EC55C509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Dias Especiais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C05932-9490-69CB-2680-90BE5508E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Foi constatado que as análises da última apresentação, não tiveram todos os outliers devidos excluídos e eles não foram excluídos do treinamento, então aqui vai uma breve explicação de quais dias foram excluídos e porque</a:t>
            </a:r>
          </a:p>
          <a:p>
            <a:r>
              <a:rPr lang="pt-BR" dirty="0"/>
              <a:t>Antes de comparar os modelos, alguns dias são </a:t>
            </a:r>
            <a:r>
              <a:rPr lang="pt-BR" b="1" dirty="0"/>
              <a:t>removidos da base de realizados e preditos</a:t>
            </a:r>
            <a:r>
              <a:rPr lang="pt-BR" dirty="0"/>
              <a:t>. O motivo para fazer isto é: nesses dias o realizado </a:t>
            </a:r>
            <a:r>
              <a:rPr lang="pt-BR" b="1" dirty="0"/>
              <a:t>não reflete a demanda normal</a:t>
            </a:r>
            <a:r>
              <a:rPr lang="pt-BR" dirty="0"/>
              <a:t> ou houve falha/instabilidade operacional que interrompeu ou represou a captação de propostas, ou é um dia de atividade atipicamente baixa. Mantê-los penalizaria (ou premiaria) os modelos por ruído operacional, não por capacidade preditiva, distorcendo o MAPE/RMSPE da comparação (o que possivelmente ocorreu anteriormente)</a:t>
            </a:r>
          </a:p>
          <a:p>
            <a:r>
              <a:rPr lang="pt-BR" dirty="0"/>
              <a:t>A remoção efetiva acontece na consolidação do ranking, via `</a:t>
            </a:r>
            <a:r>
              <a:rPr lang="pt-BR" dirty="0" err="1"/>
              <a:t>mask_dias_excluir</a:t>
            </a:r>
            <a:r>
              <a:rPr lang="pt-BR" dirty="0"/>
              <a:t>(...)`. São dois critérios:</a:t>
            </a:r>
          </a:p>
          <a:p>
            <a:r>
              <a:rPr lang="pt-BR" b="1" dirty="0"/>
              <a:t>Log de Erro operacional: </a:t>
            </a:r>
            <a:r>
              <a:rPr lang="pt-BR" dirty="0"/>
              <a:t>dia e próximos n-1 dias úteis (coluna impacto)</a:t>
            </a:r>
          </a:p>
          <a:p>
            <a:r>
              <a:rPr lang="pt-BR" b="1" dirty="0"/>
              <a:t>Véspera de Feriado: </a:t>
            </a:r>
            <a:r>
              <a:rPr lang="pt-BR" dirty="0"/>
              <a:t>Natal e Ano Novo</a:t>
            </a:r>
            <a:br>
              <a:rPr lang="pt-BR" dirty="0"/>
            </a:br>
            <a:endParaRPr lang="pt-BR" dirty="0"/>
          </a:p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E2D84BE-D77F-4EF4-C650-5CEA24B424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1327995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0889B-41C3-4CCA-A9B5-3BF414EBB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5D9E5F-2D86-4242-B13D-F122C5A28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F26E51-1DCC-EA57-FA30-FCB1DBF33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pt-BR" dirty="0"/>
            </a:br>
            <a:endParaRPr lang="pt-BR" dirty="0"/>
          </a:p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ED1E4E2-567A-9F32-1B52-2EA79F83D2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3184AD91-0340-E272-F95B-342B6949BD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929455"/>
              </p:ext>
            </p:extLst>
          </p:nvPr>
        </p:nvGraphicFramePr>
        <p:xfrm>
          <a:off x="1426028" y="102246"/>
          <a:ext cx="9339943" cy="6653508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240064">
                  <a:extLst>
                    <a:ext uri="{9D8B030D-6E8A-4147-A177-3AD203B41FA5}">
                      <a16:colId xmlns:a16="http://schemas.microsoft.com/office/drawing/2014/main" val="1169816328"/>
                    </a:ext>
                  </a:extLst>
                </a:gridCol>
                <a:gridCol w="1082240">
                  <a:extLst>
                    <a:ext uri="{9D8B030D-6E8A-4147-A177-3AD203B41FA5}">
                      <a16:colId xmlns:a16="http://schemas.microsoft.com/office/drawing/2014/main" val="4173102321"/>
                    </a:ext>
                  </a:extLst>
                </a:gridCol>
                <a:gridCol w="1082240">
                  <a:extLst>
                    <a:ext uri="{9D8B030D-6E8A-4147-A177-3AD203B41FA5}">
                      <a16:colId xmlns:a16="http://schemas.microsoft.com/office/drawing/2014/main" val="2694139357"/>
                    </a:ext>
                  </a:extLst>
                </a:gridCol>
                <a:gridCol w="1941897">
                  <a:extLst>
                    <a:ext uri="{9D8B030D-6E8A-4147-A177-3AD203B41FA5}">
                      <a16:colId xmlns:a16="http://schemas.microsoft.com/office/drawing/2014/main" val="906744478"/>
                    </a:ext>
                  </a:extLst>
                </a:gridCol>
                <a:gridCol w="876435">
                  <a:extLst>
                    <a:ext uri="{9D8B030D-6E8A-4147-A177-3AD203B41FA5}">
                      <a16:colId xmlns:a16="http://schemas.microsoft.com/office/drawing/2014/main" val="3891649609"/>
                    </a:ext>
                  </a:extLst>
                </a:gridCol>
                <a:gridCol w="1510621">
                  <a:extLst>
                    <a:ext uri="{9D8B030D-6E8A-4147-A177-3AD203B41FA5}">
                      <a16:colId xmlns:a16="http://schemas.microsoft.com/office/drawing/2014/main" val="3240982148"/>
                    </a:ext>
                  </a:extLst>
                </a:gridCol>
                <a:gridCol w="1606446">
                  <a:extLst>
                    <a:ext uri="{9D8B030D-6E8A-4147-A177-3AD203B41FA5}">
                      <a16:colId xmlns:a16="http://schemas.microsoft.com/office/drawing/2014/main" val="4130346989"/>
                    </a:ext>
                  </a:extLst>
                </a:gridCol>
              </a:tblGrid>
              <a:tr h="13718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Data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Dia_semana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Categoria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Subtipo</a:t>
                      </a:r>
                      <a:endParaRPr lang="pt-BR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Evento_origem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Impacto_dias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Dia_da_janela</a:t>
                      </a:r>
                      <a:endParaRPr lang="pt-BR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/>
                </a:tc>
                <a:extLst>
                  <a:ext uri="{0D108BD9-81ED-4DB2-BD59-A6C34878D82A}">
                    <a16:rowId xmlns:a16="http://schemas.microsoft.com/office/drawing/2014/main" val="794041129"/>
                  </a:ext>
                </a:extLst>
              </a:tr>
              <a:tr h="13585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2025-02-06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Quinta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 err="1">
                          <a:effectLst/>
                        </a:rPr>
                        <a:t>Log_Erro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 err="1">
                          <a:effectLst/>
                        </a:rPr>
                        <a:t>BrSCAM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2025-02-06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3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1/3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038697"/>
                  </a:ext>
                </a:extLst>
              </a:tr>
              <a:tr h="13585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2025-02-07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Sexta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Log_Erro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BrSCAM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2025-02-06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3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2/3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extLst>
                  <a:ext uri="{0D108BD9-81ED-4DB2-BD59-A6C34878D82A}">
                    <a16:rowId xmlns:a16="http://schemas.microsoft.com/office/drawing/2014/main" val="4032586814"/>
                  </a:ext>
                </a:extLst>
              </a:tr>
              <a:tr h="13585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2025-02-10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Segunda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Log_Erro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BrSCAM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2025-02-06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3/3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extLst>
                  <a:ext uri="{0D108BD9-81ED-4DB2-BD59-A6C34878D82A}">
                    <a16:rowId xmlns:a16="http://schemas.microsoft.com/office/drawing/2014/main" val="645177547"/>
                  </a:ext>
                </a:extLst>
              </a:tr>
              <a:tr h="13585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2025-02-26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Quarta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Log_Erro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CrefazOn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2025-02-26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1/2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989570"/>
                  </a:ext>
                </a:extLst>
              </a:tr>
              <a:tr h="13585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2025-02-27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Quinta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 err="1">
                          <a:effectLst/>
                        </a:rPr>
                        <a:t>Log_Erro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 err="1">
                          <a:effectLst/>
                        </a:rPr>
                        <a:t>CrefazOn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2025-02-26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2/2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extLst>
                  <a:ext uri="{0D108BD9-81ED-4DB2-BD59-A6C34878D82A}">
                    <a16:rowId xmlns:a16="http://schemas.microsoft.com/office/drawing/2014/main" val="1327374997"/>
                  </a:ext>
                </a:extLst>
              </a:tr>
              <a:tr h="20388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2025-02-27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Quinta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 err="1">
                          <a:effectLst/>
                        </a:rPr>
                        <a:t>Pre-vespera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Carnaval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2025-02-28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1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1/1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extLst>
                  <a:ext uri="{0D108BD9-81ED-4DB2-BD59-A6C34878D82A}">
                    <a16:rowId xmlns:a16="http://schemas.microsoft.com/office/drawing/2014/main" val="966690726"/>
                  </a:ext>
                </a:extLst>
              </a:tr>
              <a:tr h="13585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2025-02-28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Sexta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 err="1">
                          <a:effectLst/>
                        </a:rPr>
                        <a:t>Vespera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Carnaval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2025-02-28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1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1/1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070087"/>
                  </a:ext>
                </a:extLst>
              </a:tr>
              <a:tr h="14940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2025-03-05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Quarta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 err="1">
                          <a:effectLst/>
                        </a:rPr>
                        <a:t>Log_Erro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Carnaval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2025-03-05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1/2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515406"/>
                  </a:ext>
                </a:extLst>
              </a:tr>
              <a:tr h="13585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2025-03-06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Quinta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Log_Erro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Carnaval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2025-03-05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2/2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extLst>
                  <a:ext uri="{0D108BD9-81ED-4DB2-BD59-A6C34878D82A}">
                    <a16:rowId xmlns:a16="http://schemas.microsoft.com/office/drawing/2014/main" val="1645565017"/>
                  </a:ext>
                </a:extLst>
              </a:tr>
              <a:tr h="27058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2025-03-07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Sexta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 err="1">
                          <a:effectLst/>
                        </a:rPr>
                        <a:t>Log_Erro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Bacen - Fila Pagamento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2025-03-07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1/2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880674"/>
                  </a:ext>
                </a:extLst>
              </a:tr>
              <a:tr h="27058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2025-03-10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Segunda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Log_Erro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Bacen - Fila Pagamento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2025-03-07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2/2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extLst>
                  <a:ext uri="{0D108BD9-81ED-4DB2-BD59-A6C34878D82A}">
                    <a16:rowId xmlns:a16="http://schemas.microsoft.com/office/drawing/2014/main" val="1683544715"/>
                  </a:ext>
                </a:extLst>
              </a:tr>
              <a:tr h="13718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2025-03-24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Segunda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 err="1">
                          <a:effectLst/>
                        </a:rPr>
                        <a:t>Log_Erro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Enel - Mega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2025-03-24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1/3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13655"/>
                  </a:ext>
                </a:extLst>
              </a:tr>
              <a:tr h="13718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2025-03-25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Terca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 err="1">
                          <a:effectLst/>
                        </a:rPr>
                        <a:t>Log_Erro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Enel - Mega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2025-03-24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2/3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extLst>
                  <a:ext uri="{0D108BD9-81ED-4DB2-BD59-A6C34878D82A}">
                    <a16:rowId xmlns:a16="http://schemas.microsoft.com/office/drawing/2014/main" val="3405098158"/>
                  </a:ext>
                </a:extLst>
              </a:tr>
              <a:tr h="13718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2025-03-26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Quarta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Log_Erro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Enel - Mega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2025-03-24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3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3/3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extLst>
                  <a:ext uri="{0D108BD9-81ED-4DB2-BD59-A6C34878D82A}">
                    <a16:rowId xmlns:a16="http://schemas.microsoft.com/office/drawing/2014/main" val="2050759480"/>
                  </a:ext>
                </a:extLst>
              </a:tr>
              <a:tr h="13585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2025-04-22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Terca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Log_Erro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CrefazOn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2025-04-22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1/2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078864"/>
                  </a:ext>
                </a:extLst>
              </a:tr>
              <a:tr h="13585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2025-04-23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Quarta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Log_Erro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CrefazOn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2025-04-22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2/2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extLst>
                  <a:ext uri="{0D108BD9-81ED-4DB2-BD59-A6C34878D82A}">
                    <a16:rowId xmlns:a16="http://schemas.microsoft.com/office/drawing/2014/main" val="2912364488"/>
                  </a:ext>
                </a:extLst>
              </a:tr>
              <a:tr h="13718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2025-05-22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Quinta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Log_Erro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Kamunda- Enel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2025-05-22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1/2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2638141"/>
                  </a:ext>
                </a:extLst>
              </a:tr>
              <a:tr h="13718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2025-05-23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Sexta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Log_Erro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Kamunda- Enel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2025-05-22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2/2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extLst>
                  <a:ext uri="{0D108BD9-81ED-4DB2-BD59-A6C34878D82A}">
                    <a16:rowId xmlns:a16="http://schemas.microsoft.com/office/drawing/2014/main" val="1129892549"/>
                  </a:ext>
                </a:extLst>
              </a:tr>
              <a:tr h="13718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2025-06-12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Quinta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Log_Erro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Unico - CrefazOn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2025-06-12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1/2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9395524"/>
                  </a:ext>
                </a:extLst>
              </a:tr>
              <a:tr h="13718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2025-06-13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Sexta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Log_Erro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Unico - CrefazOn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2025-06-12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2/2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extLst>
                  <a:ext uri="{0D108BD9-81ED-4DB2-BD59-A6C34878D82A}">
                    <a16:rowId xmlns:a16="http://schemas.microsoft.com/office/drawing/2014/main" val="62201839"/>
                  </a:ext>
                </a:extLst>
              </a:tr>
              <a:tr h="13718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2025-06-23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Segunda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Log_Erro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Code-Mega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2025-06-23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1/1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1004063"/>
                  </a:ext>
                </a:extLst>
              </a:tr>
              <a:tr h="13585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2025-06-27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Sexta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Log_Erro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CrefazOn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2025-06-27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1/1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2469858"/>
                  </a:ext>
                </a:extLst>
              </a:tr>
              <a:tr h="1972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2025-07-03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Quinta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Log_Erro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CrefazOn- Cobrança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2025-07-03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1/1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2786086"/>
                  </a:ext>
                </a:extLst>
              </a:tr>
              <a:tr h="13585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2025-10-13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Segunda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Log_Erro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CrefazOn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2025-10-13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1/2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64417"/>
                  </a:ext>
                </a:extLst>
              </a:tr>
              <a:tr h="13585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2025-10-14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Terca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Log_Erro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CrefazOn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2025-10-13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2/2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extLst>
                  <a:ext uri="{0D108BD9-81ED-4DB2-BD59-A6C34878D82A}">
                    <a16:rowId xmlns:a16="http://schemas.microsoft.com/office/drawing/2014/main" val="4163407882"/>
                  </a:ext>
                </a:extLst>
              </a:tr>
              <a:tr h="13718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2025-10-24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Sexta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Log_Erro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E-Consulter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2025-10-24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1/2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687583"/>
                  </a:ext>
                </a:extLst>
              </a:tr>
              <a:tr h="13718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2025-10-27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Segunda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Log_Erro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E-Consulter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2025-10-24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2/2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extLst>
                  <a:ext uri="{0D108BD9-81ED-4DB2-BD59-A6C34878D82A}">
                    <a16:rowId xmlns:a16="http://schemas.microsoft.com/office/drawing/2014/main" val="275208012"/>
                  </a:ext>
                </a:extLst>
              </a:tr>
              <a:tr h="13585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2025-10-29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Quarta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Log_Erro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Microsoft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2025-10-29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1/1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964734"/>
                  </a:ext>
                </a:extLst>
              </a:tr>
              <a:tr h="13585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2025-12-04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Quinta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Log_Erro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Crivo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2025-12-04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1/1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266240"/>
                  </a:ext>
                </a:extLst>
              </a:tr>
              <a:tr h="13718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2025-12-23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Terca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Pre-vespera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Vespera de Natal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2025-12-24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1/1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extLst>
                  <a:ext uri="{0D108BD9-81ED-4DB2-BD59-A6C34878D82A}">
                    <a16:rowId xmlns:a16="http://schemas.microsoft.com/office/drawing/2014/main" val="3065848830"/>
                  </a:ext>
                </a:extLst>
              </a:tr>
              <a:tr h="13585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2025-12-24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Quarta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Vespera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Natal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2025-12-24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1/1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071966"/>
                  </a:ext>
                </a:extLst>
              </a:tr>
              <a:tr h="20388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2025-12-30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Terca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Pre-vespera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Vespera de Ano Novo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2025-12-31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1/1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extLst>
                  <a:ext uri="{0D108BD9-81ED-4DB2-BD59-A6C34878D82A}">
                    <a16:rowId xmlns:a16="http://schemas.microsoft.com/office/drawing/2014/main" val="2340798889"/>
                  </a:ext>
                </a:extLst>
              </a:tr>
              <a:tr h="13585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2025-12-31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Quarta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Vespera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Ano Novo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2025-12-31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1/1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5641550"/>
                  </a:ext>
                </a:extLst>
              </a:tr>
              <a:tr h="13585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2026-02-05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Quinta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Log_Erro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RBM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2026-02-05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1/2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961102"/>
                  </a:ext>
                </a:extLst>
              </a:tr>
              <a:tr h="13585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2026-02-06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Sexta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Log_Erro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RBM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2026-02-05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2/2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extLst>
                  <a:ext uri="{0D108BD9-81ED-4DB2-BD59-A6C34878D82A}">
                    <a16:rowId xmlns:a16="http://schemas.microsoft.com/office/drawing/2014/main" val="1443481131"/>
                  </a:ext>
                </a:extLst>
              </a:tr>
              <a:tr h="20388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2026-02-12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Quinta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Pre-vespera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Vespera de Carnaval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2026-02-13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1/1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extLst>
                  <a:ext uri="{0D108BD9-81ED-4DB2-BD59-A6C34878D82A}">
                    <a16:rowId xmlns:a16="http://schemas.microsoft.com/office/drawing/2014/main" val="2971106999"/>
                  </a:ext>
                </a:extLst>
              </a:tr>
              <a:tr h="13585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2026-02-13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Sexta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Vespera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Carnaval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2026-02-13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1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1/1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3552375"/>
                  </a:ext>
                </a:extLst>
              </a:tr>
              <a:tr h="488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2026-04-02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Quinta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Log_Erro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RBM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2026-04-02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1/2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6108616"/>
                  </a:ext>
                </a:extLst>
              </a:tr>
              <a:tr h="13585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2026-04-06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Segunda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Log_Erro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RBM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2026-04-02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000" u="none" strike="noStrike">
                          <a:effectLst/>
                        </a:rPr>
                        <a:t>2</a:t>
                      </a: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000" u="none" strike="noStrike" dirty="0">
                          <a:effectLst/>
                        </a:rPr>
                        <a:t>2/2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582" marR="3582" marT="3582" marB="0" anchor="b"/>
                </a:tc>
                <a:extLst>
                  <a:ext uri="{0D108BD9-81ED-4DB2-BD59-A6C34878D82A}">
                    <a16:rowId xmlns:a16="http://schemas.microsoft.com/office/drawing/2014/main" val="9091161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73578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256CA-07B4-A450-A6DE-4F253819D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9A3FF5-E3AB-E49A-7A12-ED97C76A0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Dias Especiais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86B9B79-EE31-C5EC-4152-20C085BF3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7916" y="2344536"/>
            <a:ext cx="7116168" cy="2896004"/>
          </a:xfrm>
          <a:prstGeom prst="rect">
            <a:avLst/>
          </a:prstGeom>
        </p:spPr>
      </p:pic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E280D87-209D-BDC5-C3B5-A864883B8E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0373412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9C187-0158-B7D5-20A4-B60F6E38B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716828-72BA-B26A-3C4C-09B2CA68E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Viés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110A8F-19D7-52BF-6159-E3B2CC945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Após análises, ficou claro que olhar apenas o MAPE (%) pode não ser suficiente. A métrica leva em conta apenas o erro típico absoluto. </a:t>
            </a:r>
          </a:p>
          <a:p>
            <a:r>
              <a:rPr lang="pt-BR" dirty="0"/>
              <a:t>Viés Médio = média(Realizado-Predito)</a:t>
            </a:r>
          </a:p>
          <a:p>
            <a:r>
              <a:rPr lang="pt-BR" dirty="0"/>
              <a:t>Quando olhamos o viés dos modelos treinados, nenhum chega perto da pipeline antiga, exceto um modelo de valor Poly(2) + Ridge</a:t>
            </a:r>
          </a:p>
          <a:p>
            <a:r>
              <a:rPr lang="pt-BR" dirty="0" err="1"/>
              <a:t>Obs</a:t>
            </a:r>
            <a:r>
              <a:rPr lang="pt-BR" dirty="0"/>
              <a:t>: Ordenado por viés ascendente</a:t>
            </a:r>
          </a:p>
          <a:p>
            <a:r>
              <a:rPr lang="pt-BR" dirty="0" err="1"/>
              <a:t>Obs</a:t>
            </a:r>
            <a:r>
              <a:rPr lang="pt-BR" dirty="0"/>
              <a:t>: Tratei mais outliers da base, então o resultado é mais consistente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0F1CAF-EFC0-4A29-8B11-C0EDDFCCB2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76F0A5D-6615-CC0A-6440-905B47051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10" y="3797275"/>
            <a:ext cx="5477639" cy="231489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7A389B4-E858-E315-CF3D-F2F2DC2BE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540" y="3782985"/>
            <a:ext cx="5210902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6486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ACA71-6E04-0F48-A394-019C56513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B34955-5865-4907-DB9F-4181D8F61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Critério de seleção – RMSPE + Viés + Desvio Padrão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C32855-C8C4-7B88-FB83-B6D4AA9EA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métrica principal escolhida foi o RMSPE:</a:t>
            </a:r>
          </a:p>
          <a:p>
            <a:r>
              <a:rPr lang="pt-BR" dirty="0"/>
              <a:t>O motivo é que ela leva em conta o desvio: o quanto o RMSPE ultrapassa o MAPE é 100% governado pelo Desvio (%). Se o erro fosse igual todo dia (Desvio = 0), teríamos RMSPE = MAPE. Quanto maior o desvio, mais o RMSPE se afasta do MAPE. Por exemplo: (</a:t>
            </a:r>
            <a:r>
              <a:rPr lang="pt-BR" dirty="0" err="1"/>
              <a:t>APEs</a:t>
            </a:r>
            <a:r>
              <a:rPr lang="pt-BR" dirty="0"/>
              <a:t> 0,0,6,6): MAPE=3, Desvio=3 → RMSPE = </a:t>
            </a:r>
            <a:r>
              <a:rPr lang="pt-BR" dirty="0" err="1"/>
              <a:t>sqrt</a:t>
            </a:r>
            <a:r>
              <a:rPr lang="pt-BR" dirty="0"/>
              <a:t>(9+9) = 4,24%.</a:t>
            </a:r>
          </a:p>
          <a:p>
            <a:r>
              <a:rPr lang="pt-BR" dirty="0"/>
              <a:t>Viés = o quão descentrado está o agrupamento das previsões (erro sistemático)</a:t>
            </a:r>
          </a:p>
          <a:p>
            <a:r>
              <a:rPr lang="pt-BR" dirty="0"/>
              <a:t>DP Erro = o quão espalhados estão as previsões em torno do realizado</a:t>
            </a:r>
          </a:p>
          <a:p>
            <a:r>
              <a:rPr lang="pt-BR" dirty="0"/>
              <a:t>RMSPE = a distância total até o centro — junta os dois: RMSPE² = Viés%² + Dispersão%²</a:t>
            </a:r>
          </a:p>
          <a:p>
            <a:r>
              <a:rPr lang="pt-BR" dirty="0"/>
              <a:t>O RMSPE penaliza os outliers mais que outras métricas</a:t>
            </a:r>
          </a:p>
          <a:p>
            <a:r>
              <a:rPr lang="pt-BR" dirty="0"/>
              <a:t>Mas o mais importante para a escolha é o equilíbrio do </a:t>
            </a:r>
            <a:r>
              <a:rPr lang="pt-BR" dirty="0" err="1"/>
              <a:t>tradeoff</a:t>
            </a:r>
            <a:r>
              <a:rPr lang="pt-BR" dirty="0"/>
              <a:t> viés X variância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DFE7400-CBCC-8CAA-24AD-EB3CFACA90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pic>
        <p:nvPicPr>
          <p:cNvPr id="5" name="Imagem 4" descr="dplyr - Calculating Root Mean Square Percentage Error in R - Stack Overflow">
            <a:extLst>
              <a:ext uri="{FF2B5EF4-FFF2-40B4-BE49-F238E27FC236}">
                <a16:creationId xmlns:a16="http://schemas.microsoft.com/office/drawing/2014/main" id="{48DEE9CF-FE5F-2BA4-3C3B-8844D63C1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497" y="1176180"/>
            <a:ext cx="2612279" cy="689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5854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E57DD-D884-15B2-5B79-C0AD47929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AC10F81-B07E-C125-42F6-8450DA403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>
                <a:latin typeface="+mj-lt"/>
              </a:rPr>
              <a:t>Melhores Modelos </a:t>
            </a:r>
            <a:r>
              <a:rPr lang="pt-BR" dirty="0" err="1">
                <a:latin typeface="+mj-lt"/>
              </a:rPr>
              <a:t>Qtd</a:t>
            </a:r>
            <a:endParaRPr lang="pt-BR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187252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60832-41AB-F876-C7F6-B70A00446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849AE-186D-D343-3FDD-A86E8794A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Modelos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F4FECC7-7AFA-BF53-AAE3-9ECEFC5476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sz="2000" dirty="0"/>
              <a:t>Tabela Histórico Completo</a:t>
            </a:r>
          </a:p>
        </p:txBody>
      </p:sp>
      <p:graphicFrame>
        <p:nvGraphicFramePr>
          <p:cNvPr id="10" name="Espaço Reservado para Conteúdo 9">
            <a:extLst>
              <a:ext uri="{FF2B5EF4-FFF2-40B4-BE49-F238E27FC236}">
                <a16:creationId xmlns:a16="http://schemas.microsoft.com/office/drawing/2014/main" id="{570C1545-9E26-C083-9DB3-8405757A7E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5082333"/>
              </p:ext>
            </p:extLst>
          </p:nvPr>
        </p:nvGraphicFramePr>
        <p:xfrm>
          <a:off x="320675" y="1408113"/>
          <a:ext cx="11550650" cy="3136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5065">
                  <a:extLst>
                    <a:ext uri="{9D8B030D-6E8A-4147-A177-3AD203B41FA5}">
                      <a16:colId xmlns:a16="http://schemas.microsoft.com/office/drawing/2014/main" val="1412214566"/>
                    </a:ext>
                  </a:extLst>
                </a:gridCol>
                <a:gridCol w="1155065">
                  <a:extLst>
                    <a:ext uri="{9D8B030D-6E8A-4147-A177-3AD203B41FA5}">
                      <a16:colId xmlns:a16="http://schemas.microsoft.com/office/drawing/2014/main" val="2806563189"/>
                    </a:ext>
                  </a:extLst>
                </a:gridCol>
                <a:gridCol w="1155065">
                  <a:extLst>
                    <a:ext uri="{9D8B030D-6E8A-4147-A177-3AD203B41FA5}">
                      <a16:colId xmlns:a16="http://schemas.microsoft.com/office/drawing/2014/main" val="2021207669"/>
                    </a:ext>
                  </a:extLst>
                </a:gridCol>
                <a:gridCol w="1155065">
                  <a:extLst>
                    <a:ext uri="{9D8B030D-6E8A-4147-A177-3AD203B41FA5}">
                      <a16:colId xmlns:a16="http://schemas.microsoft.com/office/drawing/2014/main" val="1348561279"/>
                    </a:ext>
                  </a:extLst>
                </a:gridCol>
                <a:gridCol w="1155065">
                  <a:extLst>
                    <a:ext uri="{9D8B030D-6E8A-4147-A177-3AD203B41FA5}">
                      <a16:colId xmlns:a16="http://schemas.microsoft.com/office/drawing/2014/main" val="3947270910"/>
                    </a:ext>
                  </a:extLst>
                </a:gridCol>
                <a:gridCol w="1155065">
                  <a:extLst>
                    <a:ext uri="{9D8B030D-6E8A-4147-A177-3AD203B41FA5}">
                      <a16:colId xmlns:a16="http://schemas.microsoft.com/office/drawing/2014/main" val="1437635089"/>
                    </a:ext>
                  </a:extLst>
                </a:gridCol>
                <a:gridCol w="1155065">
                  <a:extLst>
                    <a:ext uri="{9D8B030D-6E8A-4147-A177-3AD203B41FA5}">
                      <a16:colId xmlns:a16="http://schemas.microsoft.com/office/drawing/2014/main" val="3743376044"/>
                    </a:ext>
                  </a:extLst>
                </a:gridCol>
                <a:gridCol w="1155065">
                  <a:extLst>
                    <a:ext uri="{9D8B030D-6E8A-4147-A177-3AD203B41FA5}">
                      <a16:colId xmlns:a16="http://schemas.microsoft.com/office/drawing/2014/main" val="3198147405"/>
                    </a:ext>
                  </a:extLst>
                </a:gridCol>
                <a:gridCol w="1155065">
                  <a:extLst>
                    <a:ext uri="{9D8B030D-6E8A-4147-A177-3AD203B41FA5}">
                      <a16:colId xmlns:a16="http://schemas.microsoft.com/office/drawing/2014/main" val="4170081788"/>
                    </a:ext>
                  </a:extLst>
                </a:gridCol>
                <a:gridCol w="1155065">
                  <a:extLst>
                    <a:ext uri="{9D8B030D-6E8A-4147-A177-3AD203B41FA5}">
                      <a16:colId xmlns:a16="http://schemas.microsoft.com/office/drawing/2014/main" val="30143395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Modelo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MAPE Medio (%)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RMSPE (%)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Vies</a:t>
                      </a: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(real-prev)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DP Erro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Max (%)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&lt; 5%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&lt; 10%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&lt; 50%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750040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Pipeline Antiga em </a:t>
                      </a:r>
                      <a:r>
                        <a:rPr lang="pt-BR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Producao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7,89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9,88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0,313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275,2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34,06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87/211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152/211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211/211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12832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SE(LINE)+SE(SGDR)+ABR</a:t>
                      </a:r>
                    </a:p>
                  </a:txBody>
                  <a:tcPr marL="9525" marR="9525" marT="9525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7,41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9,49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0,345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264,9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31,26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88/211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158/211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211/211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39314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SPct+ABR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7,47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9,59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0,336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266,6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31,26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85/211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154/211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211/211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93327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SE(ABR)+MAS+OHE+ABR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7,32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9,62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0,328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271,6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34,42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96/211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156/211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211/211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21650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SARIMA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7,19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9,64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0,339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22,6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50,71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97/211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160/211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210/211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22117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SE(ETR)+MMS+BIN+SE(ELAS)+ABR</a:t>
                      </a:r>
                    </a:p>
                  </a:txBody>
                  <a:tcPr marL="9525" marR="9525" marT="9525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7,67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9,73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269,6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85/211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144/211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211/211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512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77376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728C8-9181-EC5E-8882-57AA9D4F1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6F1D0B-5B75-1A7A-7F75-EF3F18D4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Distribuição do Erro e Métricas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375FE6F0-F191-46AB-EC5A-B865F26A0A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498" y="1408113"/>
            <a:ext cx="11227004" cy="4768850"/>
          </a:xfrm>
          <a:prstGeom prst="rect">
            <a:avLst/>
          </a:prstGeom>
        </p:spPr>
      </p:pic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93E5D56-7FEE-CB1B-A3E4-CF06861CF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5336311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671E3-CDE1-5D89-8499-A2584EB4A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BE233E-6A87-32D9-EE09-F40832A8F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Distribuição do Erro e Métricas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2B8CF51-678A-88D0-9BA4-A08E3B91BF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B042F8EF-B9DD-7F06-96F4-C3C8ADD24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B608E68-F6F3-C991-93F0-88D0F4219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1499"/>
            <a:ext cx="12192000" cy="6056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0138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F825C-C192-7E9D-706C-9AD0007CA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6B964A-71B4-3ECA-6426-E25335F94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Distribuição do Erro e Métricas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2E13DE-DA61-28C3-0F79-EF47CFFC58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D99E8EA1-A5D8-16CC-15ED-532F6B60D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36F2851-5307-8EE4-6D19-99726B63F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1499"/>
            <a:ext cx="12192000" cy="6056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8144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1C70F-67A8-D5AB-16C5-9EDDAE507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8F3561-8204-225E-22D6-6B15F0007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Distribuição do Erro e Métricas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8553280-EA1E-A067-6576-89B5F6F625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E85C928C-2BA7-BABB-2552-E99C68502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E4DE3B2-698C-02A1-550B-7F25FB1CB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1499"/>
            <a:ext cx="12192000" cy="6056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3158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9905B-BCC2-C039-8D4E-DD28D5DB0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E9B07B-BF6C-66BA-1618-9F8BE5D02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Distribuição do Erro e Métricas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E9FE75A-95D4-FA3C-8B96-C8D9C0C4DC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AB84894-E689-5DE4-A6BF-B1A608A02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9FF3FBC-9E8D-29C9-C092-1493D3AF7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277" y="0"/>
            <a:ext cx="76054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618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349B8-9165-6D04-90DA-619FAC867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26E787-4F56-BEDE-00D2-B21ABF238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Distribuição do Erro e Métricas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6802835-1AA2-FF37-E888-1A3ACE96ED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8439035-F1CD-080C-1D05-ACC8B58FF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2DF75F8-A74E-D82C-C915-09D10B3B1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930" y="0"/>
            <a:ext cx="93492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075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141FCC-F40B-DA97-4E65-B49C090E4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Janeiro em diante - Métricas</a:t>
            </a:r>
          </a:p>
        </p:txBody>
      </p:sp>
      <p:graphicFrame>
        <p:nvGraphicFramePr>
          <p:cNvPr id="5" name="Espaço Reservado para Conteúdo 4">
            <a:extLst>
              <a:ext uri="{FF2B5EF4-FFF2-40B4-BE49-F238E27FC236}">
                <a16:creationId xmlns:a16="http://schemas.microsoft.com/office/drawing/2014/main" id="{DF6CBE0C-143F-6D24-178C-70B03C74CE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8547900"/>
              </p:ext>
            </p:extLst>
          </p:nvPr>
        </p:nvGraphicFramePr>
        <p:xfrm>
          <a:off x="320675" y="1408113"/>
          <a:ext cx="11550650" cy="3136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5065">
                  <a:extLst>
                    <a:ext uri="{9D8B030D-6E8A-4147-A177-3AD203B41FA5}">
                      <a16:colId xmlns:a16="http://schemas.microsoft.com/office/drawing/2014/main" val="341708222"/>
                    </a:ext>
                  </a:extLst>
                </a:gridCol>
                <a:gridCol w="1155065">
                  <a:extLst>
                    <a:ext uri="{9D8B030D-6E8A-4147-A177-3AD203B41FA5}">
                      <a16:colId xmlns:a16="http://schemas.microsoft.com/office/drawing/2014/main" val="3437570129"/>
                    </a:ext>
                  </a:extLst>
                </a:gridCol>
                <a:gridCol w="1155065">
                  <a:extLst>
                    <a:ext uri="{9D8B030D-6E8A-4147-A177-3AD203B41FA5}">
                      <a16:colId xmlns:a16="http://schemas.microsoft.com/office/drawing/2014/main" val="2306385130"/>
                    </a:ext>
                  </a:extLst>
                </a:gridCol>
                <a:gridCol w="1155065">
                  <a:extLst>
                    <a:ext uri="{9D8B030D-6E8A-4147-A177-3AD203B41FA5}">
                      <a16:colId xmlns:a16="http://schemas.microsoft.com/office/drawing/2014/main" val="664407149"/>
                    </a:ext>
                  </a:extLst>
                </a:gridCol>
                <a:gridCol w="1155065">
                  <a:extLst>
                    <a:ext uri="{9D8B030D-6E8A-4147-A177-3AD203B41FA5}">
                      <a16:colId xmlns:a16="http://schemas.microsoft.com/office/drawing/2014/main" val="4026403751"/>
                    </a:ext>
                  </a:extLst>
                </a:gridCol>
                <a:gridCol w="1155065">
                  <a:extLst>
                    <a:ext uri="{9D8B030D-6E8A-4147-A177-3AD203B41FA5}">
                      <a16:colId xmlns:a16="http://schemas.microsoft.com/office/drawing/2014/main" val="3199968515"/>
                    </a:ext>
                  </a:extLst>
                </a:gridCol>
                <a:gridCol w="1155065">
                  <a:extLst>
                    <a:ext uri="{9D8B030D-6E8A-4147-A177-3AD203B41FA5}">
                      <a16:colId xmlns:a16="http://schemas.microsoft.com/office/drawing/2014/main" val="2436186191"/>
                    </a:ext>
                  </a:extLst>
                </a:gridCol>
                <a:gridCol w="1155065">
                  <a:extLst>
                    <a:ext uri="{9D8B030D-6E8A-4147-A177-3AD203B41FA5}">
                      <a16:colId xmlns:a16="http://schemas.microsoft.com/office/drawing/2014/main" val="246961883"/>
                    </a:ext>
                  </a:extLst>
                </a:gridCol>
                <a:gridCol w="1155065">
                  <a:extLst>
                    <a:ext uri="{9D8B030D-6E8A-4147-A177-3AD203B41FA5}">
                      <a16:colId xmlns:a16="http://schemas.microsoft.com/office/drawing/2014/main" val="332177390"/>
                    </a:ext>
                  </a:extLst>
                </a:gridCol>
                <a:gridCol w="1155065">
                  <a:extLst>
                    <a:ext uri="{9D8B030D-6E8A-4147-A177-3AD203B41FA5}">
                      <a16:colId xmlns:a16="http://schemas.microsoft.com/office/drawing/2014/main" val="8961193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Modelo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MAPE </a:t>
                      </a:r>
                      <a:r>
                        <a:rPr lang="pt-BR" sz="14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Medio</a:t>
                      </a: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(%)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RMSPE (%)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Vies</a:t>
                      </a: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(real-prev)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DP Erro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Max (%)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&lt; 5%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&lt; 10%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&lt; 50%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680944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SE(LINE)+SE(SGDR)+ABR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6,48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8,82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-0,004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253,1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28,71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35/70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57/70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70/70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63638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SPct+ABR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6,49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8,75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-0,012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252,5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27,03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35/70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54/70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70/70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09609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SARIMA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6,21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8,38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0,099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241,3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29,64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39/70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59/70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70/70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53580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Pipeline Antiga em Producao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7,43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9,35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-0,19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276,3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28,22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32/70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53/70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70/70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05970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SE(ABR)+MAS+OHE+ABR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6,56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-0,026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256,9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26,4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35/70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57/70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70/70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14892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SE(ETR)+MMS+BIN+SE(ELAS)+ABR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6,45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8,16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0,126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235,5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25,22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31/70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53/70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70/70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25488960"/>
                  </a:ext>
                </a:extLst>
              </a:tr>
            </a:tbl>
          </a:graphicData>
        </a:graphic>
      </p:graphicFrame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03343C4-DC8C-3502-36A2-031A9208A8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9214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5AA28-E358-03B3-4A48-4321A960E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65C804-4FEE-9B2E-52A7-99D379B6D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Modelos – Janeiro em diante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2430CD-269D-8290-121E-435A7BC8E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5D2BA3D-6CE2-92DE-0FAF-0897709864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3368B76-2BE5-AEC0-AB58-726642675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9704"/>
            <a:ext cx="12192000" cy="401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672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137B2-72C0-1569-FBC9-E572C807D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D39743-3ABD-BD77-ACA3-6EEFF8B28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Modelos – Janeiro em diante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4CA237-D5D5-6923-5CAF-1C9BD2A3F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74119B7-B33D-2662-EC69-935EC4F8F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A351832-9993-4278-00A0-FB6BC4D39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9704"/>
            <a:ext cx="12192000" cy="401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7331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C895F-111B-D83C-5B80-FDE5FA875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C34BBC-BBF0-A527-5884-ABD0462C3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Modelos – Janeiro em diante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962BF6-6868-05BF-5A6A-63D4D8B97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B5179FA-CB48-8A8F-9B9E-BDF66A0449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131303E-61A0-B3ED-540A-D996C87B3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9704"/>
            <a:ext cx="12192000" cy="401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9541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BFF8A-501B-BC7C-7828-A33F6712B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C29BFC-CB07-B191-9C73-8609817C1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Recorte Março - Métricas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B08DE1E-1331-9514-5280-43177D82B8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graphicFrame>
        <p:nvGraphicFramePr>
          <p:cNvPr id="3" name="Espaço Reservado para Conteúdo 2">
            <a:extLst>
              <a:ext uri="{FF2B5EF4-FFF2-40B4-BE49-F238E27FC236}">
                <a16:creationId xmlns:a16="http://schemas.microsoft.com/office/drawing/2014/main" id="{AA0BDC78-6D39-AA5E-72FA-C9CAC73B7D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6397241"/>
              </p:ext>
            </p:extLst>
          </p:nvPr>
        </p:nvGraphicFramePr>
        <p:xfrm>
          <a:off x="320675" y="1408113"/>
          <a:ext cx="11550650" cy="3136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5065">
                  <a:extLst>
                    <a:ext uri="{9D8B030D-6E8A-4147-A177-3AD203B41FA5}">
                      <a16:colId xmlns:a16="http://schemas.microsoft.com/office/drawing/2014/main" val="2690765633"/>
                    </a:ext>
                  </a:extLst>
                </a:gridCol>
                <a:gridCol w="1155065">
                  <a:extLst>
                    <a:ext uri="{9D8B030D-6E8A-4147-A177-3AD203B41FA5}">
                      <a16:colId xmlns:a16="http://schemas.microsoft.com/office/drawing/2014/main" val="2594751263"/>
                    </a:ext>
                  </a:extLst>
                </a:gridCol>
                <a:gridCol w="1155065">
                  <a:extLst>
                    <a:ext uri="{9D8B030D-6E8A-4147-A177-3AD203B41FA5}">
                      <a16:colId xmlns:a16="http://schemas.microsoft.com/office/drawing/2014/main" val="3103128899"/>
                    </a:ext>
                  </a:extLst>
                </a:gridCol>
                <a:gridCol w="1155065">
                  <a:extLst>
                    <a:ext uri="{9D8B030D-6E8A-4147-A177-3AD203B41FA5}">
                      <a16:colId xmlns:a16="http://schemas.microsoft.com/office/drawing/2014/main" val="1515944923"/>
                    </a:ext>
                  </a:extLst>
                </a:gridCol>
                <a:gridCol w="1155065">
                  <a:extLst>
                    <a:ext uri="{9D8B030D-6E8A-4147-A177-3AD203B41FA5}">
                      <a16:colId xmlns:a16="http://schemas.microsoft.com/office/drawing/2014/main" val="586565520"/>
                    </a:ext>
                  </a:extLst>
                </a:gridCol>
                <a:gridCol w="1155065">
                  <a:extLst>
                    <a:ext uri="{9D8B030D-6E8A-4147-A177-3AD203B41FA5}">
                      <a16:colId xmlns:a16="http://schemas.microsoft.com/office/drawing/2014/main" val="2552340821"/>
                    </a:ext>
                  </a:extLst>
                </a:gridCol>
                <a:gridCol w="1155065">
                  <a:extLst>
                    <a:ext uri="{9D8B030D-6E8A-4147-A177-3AD203B41FA5}">
                      <a16:colId xmlns:a16="http://schemas.microsoft.com/office/drawing/2014/main" val="4237175296"/>
                    </a:ext>
                  </a:extLst>
                </a:gridCol>
                <a:gridCol w="1155065">
                  <a:extLst>
                    <a:ext uri="{9D8B030D-6E8A-4147-A177-3AD203B41FA5}">
                      <a16:colId xmlns:a16="http://schemas.microsoft.com/office/drawing/2014/main" val="3030605152"/>
                    </a:ext>
                  </a:extLst>
                </a:gridCol>
                <a:gridCol w="1155065">
                  <a:extLst>
                    <a:ext uri="{9D8B030D-6E8A-4147-A177-3AD203B41FA5}">
                      <a16:colId xmlns:a16="http://schemas.microsoft.com/office/drawing/2014/main" val="1029050495"/>
                    </a:ext>
                  </a:extLst>
                </a:gridCol>
                <a:gridCol w="1155065">
                  <a:extLst>
                    <a:ext uri="{9D8B030D-6E8A-4147-A177-3AD203B41FA5}">
                      <a16:colId xmlns:a16="http://schemas.microsoft.com/office/drawing/2014/main" val="27441589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Modelo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MAPE </a:t>
                      </a:r>
                      <a:r>
                        <a:rPr lang="pt-BR" sz="14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Medio</a:t>
                      </a: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(%)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RMSPE (%)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Vies (real-prev)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DP Erro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Max (%)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&lt; 5%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&lt; 10%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&lt; 50%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692934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SE(LINE)+SE(SGDR)+ABR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6,61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8,95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0,063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242,1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28,71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11/22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17/22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22/22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82817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SPct+ABR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6,1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8,26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0,178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14,2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227,2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22,79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12/22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18/22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22/22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62292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SARIMA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6,51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7,82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0,232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15,4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219,5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</a:rPr>
                        <a:t>16,34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11/22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18/22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22/22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67763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Pipeline Antiga em Producao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8,05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9,68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-0,244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279,1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19,43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8/22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15/22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22/22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06305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SE(ABR)+MAS+OHE+ABR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6,32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8,33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0,149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230,7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25,04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11/22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19/22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22/22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480536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SE(ETR)+MMS+BIN+SE(ELAS)+ABR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6,47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-26,5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222,6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17,62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10/22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17/22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22/22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47706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33893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3C735-D351-FFD8-8E0C-77AFF6910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037714-E17A-3582-74A9-8796CC60A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Modelos – Recorte Março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838615B-D6B4-6DD7-83BC-0EEDD29BAD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A3D314CE-E794-62B5-996E-E54532229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26357E5-7016-57F3-8A31-9FFCA69BB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4075"/>
            <a:ext cx="12192000" cy="40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1246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A4411-9FA8-60B2-03FC-E15BA6A28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914B7D-B37E-7B46-6BF2-FA647CEFB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Modelos – Recorte Março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099A0AC-DCE5-3368-BD25-3012A99288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67703C6C-3F80-7414-10A6-B436292F6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4B6905B-0B4F-5A1F-E633-5C3418DDF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4075"/>
            <a:ext cx="12192000" cy="40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3878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4B2C1-77B5-A5A6-0AD3-E33E9D7A8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49E869-3000-946E-B6BA-0E30E4A55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Modelos – Recorte Março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B89D0EE-6B7C-3A57-5CF5-B04D42F1F3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98D14CA0-9009-7FD9-38B3-84D5BB970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B538B05-A7E7-C682-8330-A4BA58C36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4075"/>
            <a:ext cx="12192000" cy="40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1604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26F0458-96AB-1D05-69CA-81DB70576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B01A45-847F-8765-F112-E9E2F8E47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Distribuição do Erro e Métricas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76AB789-FA7F-EC25-E025-77BBF07B57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3CE04699-4498-BF75-134E-0B878B70C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7874156-C784-B374-7D2D-40BF812D1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376" y="0"/>
            <a:ext cx="95172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3211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614E0CF-6549-8CEB-ACDE-5DB76E253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36B73B-F22F-6B12-97C1-2C6B6C384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Modelos – Janeiro em diante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58A719-9258-4BF9-29C9-BC8C80B97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D172CB3-6E97-2373-A4EA-0751D8EAEC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68EAD9B-F906-8167-50EC-8F86BA46F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9704"/>
            <a:ext cx="12192000" cy="401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2763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21D669E-F740-1BE1-BAF9-EF94D2230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9C3799-B43E-FA03-CC41-84C91D566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Modelos – Janeiro em diante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28DC113-DD9E-C8DA-4041-3A80173EBC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B8CE8330-A72E-A036-AF9B-ABE571F93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189993B1-FAF7-E2A9-EB2E-50A6E85AA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9704"/>
            <a:ext cx="12192000" cy="401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4115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D43DA6D-3F24-AEDC-9691-BFFC8362F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CB5F3C-2E5B-B750-E6F2-D7F871587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Modelos – Janeiro em diante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B27F172-23F8-CA42-B282-2E7CBE371C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1A0D6463-4531-695A-6FBE-A61B9E879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A35EE12-EDCD-302F-3D67-3CF6BD512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9704"/>
            <a:ext cx="12192000" cy="401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7184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7928225-A901-4BB5-97BA-730AF9B7A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EAE71D-D189-E705-F8D5-A003E35FF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Modelos – Recorte Março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18AC736-F077-628A-78B2-D5098B8393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C928DDE0-B326-CCD2-A877-46882B097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90EA0A7D-3CC6-70F0-256B-2DEE9F66A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4075"/>
            <a:ext cx="12192000" cy="40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4180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CCEE508-9875-AEC9-AF85-D91BA26D3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BAB89F-2D45-A53C-92FD-39C531F15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Modelos – Recorte Março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61DAB0F-8706-C0CB-E041-0B7CD89CEB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89B644F4-A45B-945E-E7F2-312589102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19831AB4-1365-D7C0-8D39-78AD28E5D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4075"/>
            <a:ext cx="12192000" cy="40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988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EC9B0-5A7E-184D-78EF-8E3A7987C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B65738-F3C9-C62E-9A8D-E91336562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COLOCAR TABELA DE VALORES PREDITOS DE MARÇO</a:t>
            </a:r>
          </a:p>
        </p:txBody>
      </p:sp>
    </p:spTree>
    <p:extLst>
      <p:ext uri="{BB962C8B-B14F-4D97-AF65-F5344CB8AC3E}">
        <p14:creationId xmlns:p14="http://schemas.microsoft.com/office/powerpoint/2010/main" val="29420973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4949A-203F-228E-F611-6CE5A7947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AE7BC1F-4723-E00C-44BA-8385B78EB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>
                <a:latin typeface="+mj-lt"/>
              </a:rPr>
              <a:t>Melhores Modelos Valor</a:t>
            </a:r>
          </a:p>
        </p:txBody>
      </p:sp>
    </p:spTree>
    <p:extLst>
      <p:ext uri="{BB962C8B-B14F-4D97-AF65-F5344CB8AC3E}">
        <p14:creationId xmlns:p14="http://schemas.microsoft.com/office/powerpoint/2010/main" val="17403534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8BE4C-6933-4E23-4394-20B3B3E59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0B732F-32DB-58A6-6234-B6CEE2E6C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Ressalva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EB4E0B0-D969-1F78-5CE8-918D4A3D80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C4EA7A10-AD77-BA2B-14DE-1B3A7E47F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Problema descoberto, antes da reunião:</a:t>
            </a:r>
          </a:p>
          <a:p>
            <a:r>
              <a:rPr lang="pt-BR" dirty="0"/>
              <a:t>Filtro errado na função de métricas filtrava em relação ao Dia Referência e não ao Dia Previsão</a:t>
            </a:r>
          </a:p>
          <a:p>
            <a:r>
              <a:rPr lang="pt-BR" dirty="0"/>
              <a:t>Resultado: Não há sextas avaliadas na base</a:t>
            </a:r>
          </a:p>
        </p:txBody>
      </p:sp>
    </p:spTree>
    <p:extLst>
      <p:ext uri="{BB962C8B-B14F-4D97-AF65-F5344CB8AC3E}">
        <p14:creationId xmlns:p14="http://schemas.microsoft.com/office/powerpoint/2010/main" val="42582025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0CB88-E571-E916-041B-85B4A54A9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51F272-C328-558B-71CC-BF8C90671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Modelos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298C42F-335D-D3E5-30AA-0EB36792A5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sz="2000" dirty="0"/>
              <a:t>Tabela Histórico Completo</a:t>
            </a:r>
          </a:p>
          <a:p>
            <a:endParaRPr lang="pt-BR" sz="2000" dirty="0"/>
          </a:p>
        </p:txBody>
      </p:sp>
      <p:graphicFrame>
        <p:nvGraphicFramePr>
          <p:cNvPr id="6" name="Espaço Reservado para Conteúdo 5">
            <a:extLst>
              <a:ext uri="{FF2B5EF4-FFF2-40B4-BE49-F238E27FC236}">
                <a16:creationId xmlns:a16="http://schemas.microsoft.com/office/drawing/2014/main" id="{07AA6C64-528F-12EA-D447-131AE44EE5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920439"/>
              </p:ext>
            </p:extLst>
          </p:nvPr>
        </p:nvGraphicFramePr>
        <p:xfrm>
          <a:off x="320675" y="1408113"/>
          <a:ext cx="11550649" cy="2700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0059">
                  <a:extLst>
                    <a:ext uri="{9D8B030D-6E8A-4147-A177-3AD203B41FA5}">
                      <a16:colId xmlns:a16="http://schemas.microsoft.com/office/drawing/2014/main" val="917100485"/>
                    </a:ext>
                  </a:extLst>
                </a:gridCol>
                <a:gridCol w="1050059">
                  <a:extLst>
                    <a:ext uri="{9D8B030D-6E8A-4147-A177-3AD203B41FA5}">
                      <a16:colId xmlns:a16="http://schemas.microsoft.com/office/drawing/2014/main" val="2802002514"/>
                    </a:ext>
                  </a:extLst>
                </a:gridCol>
                <a:gridCol w="1050059">
                  <a:extLst>
                    <a:ext uri="{9D8B030D-6E8A-4147-A177-3AD203B41FA5}">
                      <a16:colId xmlns:a16="http://schemas.microsoft.com/office/drawing/2014/main" val="1575576408"/>
                    </a:ext>
                  </a:extLst>
                </a:gridCol>
                <a:gridCol w="1050059">
                  <a:extLst>
                    <a:ext uri="{9D8B030D-6E8A-4147-A177-3AD203B41FA5}">
                      <a16:colId xmlns:a16="http://schemas.microsoft.com/office/drawing/2014/main" val="2610932009"/>
                    </a:ext>
                  </a:extLst>
                </a:gridCol>
                <a:gridCol w="1050059">
                  <a:extLst>
                    <a:ext uri="{9D8B030D-6E8A-4147-A177-3AD203B41FA5}">
                      <a16:colId xmlns:a16="http://schemas.microsoft.com/office/drawing/2014/main" val="86278262"/>
                    </a:ext>
                  </a:extLst>
                </a:gridCol>
                <a:gridCol w="1050059">
                  <a:extLst>
                    <a:ext uri="{9D8B030D-6E8A-4147-A177-3AD203B41FA5}">
                      <a16:colId xmlns:a16="http://schemas.microsoft.com/office/drawing/2014/main" val="2640515556"/>
                    </a:ext>
                  </a:extLst>
                </a:gridCol>
                <a:gridCol w="1050059">
                  <a:extLst>
                    <a:ext uri="{9D8B030D-6E8A-4147-A177-3AD203B41FA5}">
                      <a16:colId xmlns:a16="http://schemas.microsoft.com/office/drawing/2014/main" val="1290364680"/>
                    </a:ext>
                  </a:extLst>
                </a:gridCol>
                <a:gridCol w="1050059">
                  <a:extLst>
                    <a:ext uri="{9D8B030D-6E8A-4147-A177-3AD203B41FA5}">
                      <a16:colId xmlns:a16="http://schemas.microsoft.com/office/drawing/2014/main" val="1105412868"/>
                    </a:ext>
                  </a:extLst>
                </a:gridCol>
                <a:gridCol w="1050059">
                  <a:extLst>
                    <a:ext uri="{9D8B030D-6E8A-4147-A177-3AD203B41FA5}">
                      <a16:colId xmlns:a16="http://schemas.microsoft.com/office/drawing/2014/main" val="3787353055"/>
                    </a:ext>
                  </a:extLst>
                </a:gridCol>
                <a:gridCol w="1050059">
                  <a:extLst>
                    <a:ext uri="{9D8B030D-6E8A-4147-A177-3AD203B41FA5}">
                      <a16:colId xmlns:a16="http://schemas.microsoft.com/office/drawing/2014/main" val="3600934225"/>
                    </a:ext>
                  </a:extLst>
                </a:gridCol>
                <a:gridCol w="1050059">
                  <a:extLst>
                    <a:ext uri="{9D8B030D-6E8A-4147-A177-3AD203B41FA5}">
                      <a16:colId xmlns:a16="http://schemas.microsoft.com/office/drawing/2014/main" val="39715834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Modelo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Posicao</a:t>
                      </a: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Ranking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MAPE </a:t>
                      </a:r>
                      <a:r>
                        <a:rPr lang="pt-BR" sz="14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Medio</a:t>
                      </a: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(%)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RMSPE (%)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Vies (real-prev)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DP Erro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Max (%)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&lt; 5%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&lt; 10%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&lt; 50%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633863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Pipeline Antiga em </a:t>
                      </a:r>
                      <a:r>
                        <a:rPr lang="pt-BR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Producao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9,54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0,748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29990,8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433796,9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39,52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97/211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156/211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211/211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37718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SARIMA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7,35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9,36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-594,4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432295,2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30,52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88/209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152/209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209/209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34818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ExtraTrees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(EXT,j90)</a:t>
                      </a:r>
                    </a:p>
                  </a:txBody>
                  <a:tcPr marL="9525" marR="9525" marT="9525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9,61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79400,8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450801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42,56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92/209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164/209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209/209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41010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POLY+ABR</a:t>
                      </a:r>
                    </a:p>
                  </a:txBody>
                  <a:tcPr marL="9525" marR="9525" marT="9525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10,33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0,684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113974,9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472644,7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32,44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75/209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144/209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209/209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63955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Voting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(GBR+XGB+RFR)</a:t>
                      </a:r>
                    </a:p>
                  </a:txBody>
                  <a:tcPr marL="9525" marR="9525" marT="9525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7,97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10,65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134676,1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485427,5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33,35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85/209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146/209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209/209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344267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3061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1BA4D-ABCF-C44A-1009-042F72C71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863449-A9C3-970E-7ADD-8A63FB037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Distribuição do Erro e Métricas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AAA7D84-44DA-FECF-976A-30A89D05B4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37F60724-7086-94F4-7742-89D79D018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4A98C19-DD2F-E5F4-3843-60E174B14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9626"/>
            <a:ext cx="12192000" cy="51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1088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C5A3C-F367-25CF-534B-DAB9CF80D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8248F1-73FE-4405-A281-7CB012A9F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Distribuição do Erro e Métricas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4FCAAF8-C094-4C12-AB64-82223C3FEA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12A3E157-728F-4823-F390-57C967DB3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79063BF-286D-6657-5568-93BD33FC4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5856"/>
            <a:ext cx="12192000" cy="6052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7615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7EA5A-C0BD-9ECC-FC07-26E62D446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142120-C859-49B2-80A6-122FA6341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Distribuição do Erro e Métricas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D422FF0-6557-8673-2F23-2DE970DCAD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35404DF7-8A15-3312-A2D9-83880070F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3FCB80A-A45F-D77D-1144-A7C9D1DEE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1499"/>
            <a:ext cx="12192000" cy="6056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2520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FDD74-B8C1-5B48-BF75-35362D9C7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7C72B4-BC46-F0D4-53FC-9C1D01FFC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Distribuição do Erro e Métricas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83AAC86-46B9-8DB3-F35A-4847E0CF94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282506F2-501B-AF4B-F55F-991DA072B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10A5EEF-13B2-817F-5366-DC677FB51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1499"/>
            <a:ext cx="12192000" cy="6056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3989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7CE87-5A8F-C3EC-B42D-D82501C0A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E94754-CD52-CFC6-5A70-29FB9C237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Distribuição do Erro e Métricas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3A7351C-691C-547A-A5D3-124BF55EF1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5CA65462-229E-28C9-338E-2ABD03E07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2CDA5C1-8F04-91A5-62AA-A13E4A261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689" y="0"/>
            <a:ext cx="75746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8775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F0E6C-3F54-1C20-F95B-B7AB32E37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9F3D11-7622-FE70-1EFD-3D409CB06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Distribuição do Erro e Métricas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E8DDF6-078E-BEDB-C468-8C672CB6C2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0C695482-9A0C-732D-1A66-848971C50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EBE5F83-C1DC-A7EB-3244-287237824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0"/>
            <a:ext cx="92373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4409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221FFE-8A31-3CAA-A43D-4418881C4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Janeiro em diante - Métricas</a:t>
            </a:r>
          </a:p>
        </p:txBody>
      </p:sp>
      <p:graphicFrame>
        <p:nvGraphicFramePr>
          <p:cNvPr id="5" name="Espaço Reservado para Conteúdo 4">
            <a:extLst>
              <a:ext uri="{FF2B5EF4-FFF2-40B4-BE49-F238E27FC236}">
                <a16:creationId xmlns:a16="http://schemas.microsoft.com/office/drawing/2014/main" id="{6450E79C-2173-D06E-B1C4-54CACDB0B7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2710016"/>
              </p:ext>
            </p:extLst>
          </p:nvPr>
        </p:nvGraphicFramePr>
        <p:xfrm>
          <a:off x="320675" y="1408113"/>
          <a:ext cx="11550650" cy="2486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5065">
                  <a:extLst>
                    <a:ext uri="{9D8B030D-6E8A-4147-A177-3AD203B41FA5}">
                      <a16:colId xmlns:a16="http://schemas.microsoft.com/office/drawing/2014/main" val="631518860"/>
                    </a:ext>
                  </a:extLst>
                </a:gridCol>
                <a:gridCol w="1155065">
                  <a:extLst>
                    <a:ext uri="{9D8B030D-6E8A-4147-A177-3AD203B41FA5}">
                      <a16:colId xmlns:a16="http://schemas.microsoft.com/office/drawing/2014/main" val="3149354455"/>
                    </a:ext>
                  </a:extLst>
                </a:gridCol>
                <a:gridCol w="1155065">
                  <a:extLst>
                    <a:ext uri="{9D8B030D-6E8A-4147-A177-3AD203B41FA5}">
                      <a16:colId xmlns:a16="http://schemas.microsoft.com/office/drawing/2014/main" val="1183155154"/>
                    </a:ext>
                  </a:extLst>
                </a:gridCol>
                <a:gridCol w="1155065">
                  <a:extLst>
                    <a:ext uri="{9D8B030D-6E8A-4147-A177-3AD203B41FA5}">
                      <a16:colId xmlns:a16="http://schemas.microsoft.com/office/drawing/2014/main" val="1564653349"/>
                    </a:ext>
                  </a:extLst>
                </a:gridCol>
                <a:gridCol w="1155065">
                  <a:extLst>
                    <a:ext uri="{9D8B030D-6E8A-4147-A177-3AD203B41FA5}">
                      <a16:colId xmlns:a16="http://schemas.microsoft.com/office/drawing/2014/main" val="1364786579"/>
                    </a:ext>
                  </a:extLst>
                </a:gridCol>
                <a:gridCol w="1155065">
                  <a:extLst>
                    <a:ext uri="{9D8B030D-6E8A-4147-A177-3AD203B41FA5}">
                      <a16:colId xmlns:a16="http://schemas.microsoft.com/office/drawing/2014/main" val="1190824581"/>
                    </a:ext>
                  </a:extLst>
                </a:gridCol>
                <a:gridCol w="1155065">
                  <a:extLst>
                    <a:ext uri="{9D8B030D-6E8A-4147-A177-3AD203B41FA5}">
                      <a16:colId xmlns:a16="http://schemas.microsoft.com/office/drawing/2014/main" val="22163986"/>
                    </a:ext>
                  </a:extLst>
                </a:gridCol>
                <a:gridCol w="1155065">
                  <a:extLst>
                    <a:ext uri="{9D8B030D-6E8A-4147-A177-3AD203B41FA5}">
                      <a16:colId xmlns:a16="http://schemas.microsoft.com/office/drawing/2014/main" val="2238506364"/>
                    </a:ext>
                  </a:extLst>
                </a:gridCol>
                <a:gridCol w="1155065">
                  <a:extLst>
                    <a:ext uri="{9D8B030D-6E8A-4147-A177-3AD203B41FA5}">
                      <a16:colId xmlns:a16="http://schemas.microsoft.com/office/drawing/2014/main" val="3126113647"/>
                    </a:ext>
                  </a:extLst>
                </a:gridCol>
                <a:gridCol w="1155065">
                  <a:extLst>
                    <a:ext uri="{9D8B030D-6E8A-4147-A177-3AD203B41FA5}">
                      <a16:colId xmlns:a16="http://schemas.microsoft.com/office/drawing/2014/main" val="18509689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Modelo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MAPE </a:t>
                      </a:r>
                      <a:r>
                        <a:rPr lang="pt-BR" sz="14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Medio</a:t>
                      </a: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(%)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RMSPE (%)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Vies (real-prev)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DP Erro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Max (%)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&lt; 5%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&lt; 10%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&lt; 50%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747002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SARIMA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6,07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8,43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-17023,8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439379,8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30,27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26/55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45/55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55/55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43833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ExtraTrees(EXT,j90)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6,49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8,38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0,168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162485,9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423831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28,29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27/55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43/55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55/55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70492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POLY+ABR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7,62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9,74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-0,135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135008,3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512672,4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22/55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40/55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55/55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27759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Pipeline Antiga em Producao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7,95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-0,146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36022,2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534534,7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28/56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37/56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56/56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03551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Voting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(GBR+XGB+RFR)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7,32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-0,172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133994,4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521807,5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31,94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24/55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43/55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55/55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51747705"/>
                  </a:ext>
                </a:extLst>
              </a:tr>
            </a:tbl>
          </a:graphicData>
        </a:graphic>
      </p:graphicFrame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C4C0E7C-7D92-51B4-96EF-C65974A5C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480555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F5229-AC64-F1CE-C66F-3D15FD514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DBA5C7-C6DE-184C-B734-39D6C0493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Modelos – Janeiro em diante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AE719EE-05D3-ED84-8273-457B57C3E2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E9305FEF-053A-9BBB-F135-8AE373083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AC11AAC-5982-90D0-A469-1CDF14054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9704"/>
            <a:ext cx="12192000" cy="401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8176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62A86-8F40-8008-582C-974A38E7A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551CBF-BF80-B429-BBDE-60677CDEE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Modelos – Janeiro em diante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FF3150D-1823-ABD1-1CAD-43D925B7E8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5B3C6937-1F24-99F8-4EB0-886BD734C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6E17FC5-8FB4-E695-EB85-3B8012224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9704"/>
            <a:ext cx="12192000" cy="401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48728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953E9-B038-E5C1-2D4B-2E38F8038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EEE4A9-0FD5-F239-99FD-C87FB9A1E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Modelos – Janeiro em diante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E0B19A4-7D1C-7206-2529-1DF1DAAE0F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A5FB8E1A-F743-B3B6-206A-F1CB5ADD3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6F8B089-1E60-F9A5-5AEB-456147FF5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9704"/>
            <a:ext cx="12192000" cy="401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72365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1D44C8-7877-5DF8-4397-F3567C8B6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Recorte Março – Métricas</a:t>
            </a:r>
          </a:p>
        </p:txBody>
      </p:sp>
      <p:graphicFrame>
        <p:nvGraphicFramePr>
          <p:cNvPr id="5" name="Espaço Reservado para Conteúdo 4">
            <a:extLst>
              <a:ext uri="{FF2B5EF4-FFF2-40B4-BE49-F238E27FC236}">
                <a16:creationId xmlns:a16="http://schemas.microsoft.com/office/drawing/2014/main" id="{C699EF6B-6C13-6C61-13AE-36DBD0519B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6083978"/>
              </p:ext>
            </p:extLst>
          </p:nvPr>
        </p:nvGraphicFramePr>
        <p:xfrm>
          <a:off x="320675" y="1408113"/>
          <a:ext cx="11550650" cy="2486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5065">
                  <a:extLst>
                    <a:ext uri="{9D8B030D-6E8A-4147-A177-3AD203B41FA5}">
                      <a16:colId xmlns:a16="http://schemas.microsoft.com/office/drawing/2014/main" val="3025618738"/>
                    </a:ext>
                  </a:extLst>
                </a:gridCol>
                <a:gridCol w="1155065">
                  <a:extLst>
                    <a:ext uri="{9D8B030D-6E8A-4147-A177-3AD203B41FA5}">
                      <a16:colId xmlns:a16="http://schemas.microsoft.com/office/drawing/2014/main" val="3824801255"/>
                    </a:ext>
                  </a:extLst>
                </a:gridCol>
                <a:gridCol w="1155065">
                  <a:extLst>
                    <a:ext uri="{9D8B030D-6E8A-4147-A177-3AD203B41FA5}">
                      <a16:colId xmlns:a16="http://schemas.microsoft.com/office/drawing/2014/main" val="1995563972"/>
                    </a:ext>
                  </a:extLst>
                </a:gridCol>
                <a:gridCol w="1155065">
                  <a:extLst>
                    <a:ext uri="{9D8B030D-6E8A-4147-A177-3AD203B41FA5}">
                      <a16:colId xmlns:a16="http://schemas.microsoft.com/office/drawing/2014/main" val="3084749695"/>
                    </a:ext>
                  </a:extLst>
                </a:gridCol>
                <a:gridCol w="1155065">
                  <a:extLst>
                    <a:ext uri="{9D8B030D-6E8A-4147-A177-3AD203B41FA5}">
                      <a16:colId xmlns:a16="http://schemas.microsoft.com/office/drawing/2014/main" val="2209182784"/>
                    </a:ext>
                  </a:extLst>
                </a:gridCol>
                <a:gridCol w="1155065">
                  <a:extLst>
                    <a:ext uri="{9D8B030D-6E8A-4147-A177-3AD203B41FA5}">
                      <a16:colId xmlns:a16="http://schemas.microsoft.com/office/drawing/2014/main" val="2385830066"/>
                    </a:ext>
                  </a:extLst>
                </a:gridCol>
                <a:gridCol w="1155065">
                  <a:extLst>
                    <a:ext uri="{9D8B030D-6E8A-4147-A177-3AD203B41FA5}">
                      <a16:colId xmlns:a16="http://schemas.microsoft.com/office/drawing/2014/main" val="3124472621"/>
                    </a:ext>
                  </a:extLst>
                </a:gridCol>
                <a:gridCol w="1155065">
                  <a:extLst>
                    <a:ext uri="{9D8B030D-6E8A-4147-A177-3AD203B41FA5}">
                      <a16:colId xmlns:a16="http://schemas.microsoft.com/office/drawing/2014/main" val="3488729099"/>
                    </a:ext>
                  </a:extLst>
                </a:gridCol>
                <a:gridCol w="1155065">
                  <a:extLst>
                    <a:ext uri="{9D8B030D-6E8A-4147-A177-3AD203B41FA5}">
                      <a16:colId xmlns:a16="http://schemas.microsoft.com/office/drawing/2014/main" val="689829634"/>
                    </a:ext>
                  </a:extLst>
                </a:gridCol>
                <a:gridCol w="1155065">
                  <a:extLst>
                    <a:ext uri="{9D8B030D-6E8A-4147-A177-3AD203B41FA5}">
                      <a16:colId xmlns:a16="http://schemas.microsoft.com/office/drawing/2014/main" val="6745386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Modelo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MAPE </a:t>
                      </a:r>
                      <a:r>
                        <a:rPr lang="pt-BR" sz="14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Medio</a:t>
                      </a: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(%)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RMSPE (%)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R2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Vies</a:t>
                      </a: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 (real-prev)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DP Erro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Max (%)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&lt; 5%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&lt; 10%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&lt; 50%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766710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SARIMA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7,48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0,321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47871,5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384341,4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8/18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13/18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18/18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39307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ExtraTrees(EXT,j90)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8,83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0,185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-36981,5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422852,4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28,29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11/18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14/18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18/18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54958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POLY+ABR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7,47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9,89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-0,043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-14958,2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479715,1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26,36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8/18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13/18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18/18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64403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Pipeline Antiga em Producao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7,77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11,18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-0,269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-105979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518702,3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9/18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12/18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18/18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38959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Voting(GBR+XGB+RFR)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7,68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10,09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-0,119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21410,9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496795,2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27,58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7/18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13/18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18/18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03106584"/>
                  </a:ext>
                </a:extLst>
              </a:tr>
            </a:tbl>
          </a:graphicData>
        </a:graphic>
      </p:graphicFrame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851005D-9805-525A-27E2-C82EAC348C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966269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E22EE-F49D-3D55-0809-1A2979801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DBFE5F-59F9-A803-1345-236113B80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Modelos – Recorte Março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88F64D0-DF5B-D5C7-0B7E-6F7F666D50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821A9208-AA89-4587-C9AC-821CAEBCF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4541FA7-4C69-5F82-7C86-BEF3BD1B3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4075"/>
            <a:ext cx="12192000" cy="40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54362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76215-47B2-0D3D-1905-63B68BD7C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9AC0A4-12D1-09FC-B26A-F9B341250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Modelos – Recorte Março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D577334-7AF4-8114-0F18-1D1F5226CE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7A78B17F-3695-96FD-CA13-BF831C657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E0D10F7-EDC3-4A31-42B4-BBD341A68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4075"/>
            <a:ext cx="12192000" cy="40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63933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2CE2D-881B-0D45-C3C6-5773D588D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71FC2F-6DD1-D06C-36F6-E1BFB990F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Modelos – Recorte Março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60E2DDD-49EC-3A9E-FE8F-8754A9EC8C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98840AC3-D916-A6AA-10F0-E110F9D97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049073A-E180-A17E-4134-E9A020CF4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4075"/>
            <a:ext cx="12192000" cy="40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63297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6C9A745-3DAC-02AE-FEAA-98A4032AE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FFFC12-F9D5-2968-EDB7-0AB816D55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Distribuição do Erro e Métricas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078AE93-A74B-B56E-88C7-7DC0B41144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44B1544E-1B29-404A-CAE4-32CD258AA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2D84F6B-D42F-53E4-C320-52D138D73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979" y="0"/>
            <a:ext cx="87980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49920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43FBE9A-231C-4635-E146-69A73392F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C7A8D0-9E61-3F97-EF99-98EBD77DD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Modelos – Janeiro em diante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8BA410F-80D9-F38F-8F1A-6ABC0D4634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0AF26C37-6136-C699-CCC9-8356E11E29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675" y="1888939"/>
            <a:ext cx="11550650" cy="380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59022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E2878AB-F5B8-A797-B28B-5AF5800FA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0F6CB4-EBC7-89C9-C88A-377420EA3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Modelos – Janeiro em diante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B5B6B30-0D9D-42E3-0D4F-23F5593464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A2482721-393C-5843-2F17-AAF4913BA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8F310B3-6B69-325D-754C-6B83443B8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9704"/>
            <a:ext cx="12192000" cy="401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66369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BB1ADE1-C959-DC47-6255-FE510569C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424D94-A9FB-1FCC-8C7C-56410C0F7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Modelos – Janeiro em diante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D9B7D58-BDD5-F796-E7AF-F92386D581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5C722642-46CB-DD53-8A3F-BAABE4EF6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43A6C4A-D0AB-9366-C832-EA27B783E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9704"/>
            <a:ext cx="12192000" cy="401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52617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36DC494-E57F-8AB1-0A21-51FE8D2CC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90C51A-F449-8512-1D9E-982136EB0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Modelos – Recorte Março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2782A4B-D238-3627-EFA7-2D984E797A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384544DD-E53C-7AB5-61BF-364B7E0D2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0153EE2-93F5-6DBC-199A-FD56CB824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4075"/>
            <a:ext cx="12192000" cy="40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63560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2C877A8-08B6-BC0D-2954-411255FF2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A60BE9-6769-D052-09F9-709653EDC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Modelos – Recorte Março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B90FF46-1EDF-575E-6D9E-E116A626CE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C59CB07C-F54A-742D-504E-5C3F57F9E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0AF4C21-6D74-0DD5-D6D0-636345556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4075"/>
            <a:ext cx="12192000" cy="40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2598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F7CE023-D4F3-CC1F-B776-561F76B33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44D5E2-71CD-A401-1AAA-7D6E635AA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Modelos – Recorte Março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B2BF42A-68E4-5B78-E2ED-4CEA56610D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BF38D55D-0C1F-5E3A-88A2-5CD81F4C9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3BE2159-975D-628F-0E70-FF793F112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4075"/>
            <a:ext cx="12192000" cy="40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12845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6BD7E-0B26-8D1B-E433-3E04A7D61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BEC6F29-E950-084B-D822-20C2C44C1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>
                <a:latin typeface="+mj-lt"/>
              </a:rPr>
              <a:t>Modelos de Totais Mensais</a:t>
            </a:r>
          </a:p>
        </p:txBody>
      </p:sp>
    </p:spTree>
    <p:extLst>
      <p:ext uri="{BB962C8B-B14F-4D97-AF65-F5344CB8AC3E}">
        <p14:creationId xmlns:p14="http://schemas.microsoft.com/office/powerpoint/2010/main" val="103264713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4CCD1-F713-2967-BE1F-B209AAEF3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E7FC0A-1DC7-A0A4-D386-4C839573C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</a:t>
            </a:r>
            <a:r>
              <a:rPr lang="pt-BR" dirty="0" err="1"/>
              <a:t>Nowcast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26F3D0-F214-D8E2-955A-48F1C4152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Como extra da análise foi realizado um estudo de predição do total mensal utilizando os modelos SARIMA para quantidade e valor. A ideia é:</a:t>
            </a:r>
          </a:p>
          <a:p>
            <a:r>
              <a:rPr lang="pt-BR" dirty="0" err="1"/>
              <a:t>Nowcast</a:t>
            </a:r>
            <a:r>
              <a:rPr lang="pt-BR" dirty="0"/>
              <a:t>(D) = realizado acumulado até o dia D + previsão dos dias úteis restantes do mês</a:t>
            </a:r>
          </a:p>
          <a:p>
            <a:r>
              <a:rPr lang="pt-BR" dirty="0"/>
              <a:t>Conforme o mês avança, mais dias viram realizado e menos ficam a cargo da previsão → a</a:t>
            </a:r>
            <a:br>
              <a:rPr lang="pt-BR" dirty="0"/>
            </a:br>
            <a:r>
              <a:rPr lang="pt-BR" dirty="0"/>
              <a:t>estimativa do total </a:t>
            </a:r>
            <a:r>
              <a:rPr lang="pt-BR" b="1" dirty="0"/>
              <a:t>converge</a:t>
            </a:r>
            <a:r>
              <a:rPr lang="pt-BR" dirty="0"/>
              <a:t> dia a dia.</a:t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4A454DC-D01E-6448-EDDE-916466275E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63309706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A10E0-AEAC-C908-3D93-1EAB14BDB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32A3A3-877B-0598-17FE-28F23CCCC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</a:t>
            </a:r>
            <a:r>
              <a:rPr lang="pt-BR" dirty="0" err="1"/>
              <a:t>Nowcast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487E6C-CC0D-DF27-149C-257505848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Como extra da análise foi realizado um estudo de predição mensal utilizando os modelos SARIMA para quantidade e valor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21B3D23-EE00-0E5B-25EA-E5495CAAA4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A031498-1422-791C-B2B2-82320A6833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725" y="2030181"/>
            <a:ext cx="10086975" cy="428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11888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17A61-9CD4-1270-2B97-165968947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334CCD-BFD2-9EA6-B839-DF4132685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</a:t>
            </a:r>
            <a:r>
              <a:rPr lang="pt-BR" dirty="0" err="1"/>
              <a:t>Nowcast</a:t>
            </a:r>
            <a:r>
              <a:rPr lang="pt-BR" dirty="0"/>
              <a:t> Valor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15EF07-1ED6-A30C-DD1B-82FBA4C63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Como extra da análise foi realizado um estudo de predição mensal utilizando os modelos SARIMA para quantidade e valor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41202EA-987D-427E-400D-62D2F729F3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E3CDAEB-155D-7292-0EB7-5BCC397ED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7245"/>
            <a:ext cx="12192000" cy="528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67329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852D6-76A4-CA40-10A4-09CC1A519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018086-E8D3-1DA0-889E-C8DB681D7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FA8D53-FEEE-7EC1-B233-34A951940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5B37ACE-72D9-D4D2-4E51-18216E0156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8E8FB54-E45A-0A99-74E0-ECAE895C8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009" y="0"/>
            <a:ext cx="96219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3561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78472-8DE2-92D1-44C1-D64E51B2D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01F4AB-A0FB-87CA-18D9-4DEE6D1C0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</a:t>
            </a:r>
            <a:r>
              <a:rPr lang="pt-BR" dirty="0" err="1"/>
              <a:t>Nowcast</a:t>
            </a:r>
            <a:r>
              <a:rPr lang="pt-BR" dirty="0"/>
              <a:t> Valor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0B538F-FE84-E957-BB71-C18E44A3C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Como extra da análise foi realizado um estudo de predição mensal utilizando os modelos SARIMA para quantidade e valor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2344879-D5BF-1301-6E62-DDADA868B4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EAB211E-452F-9A2A-970B-FD1618DB2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3763"/>
            <a:ext cx="12192000" cy="528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63718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B34D7-11FB-FC9F-897D-5F4D06BB5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A90452-05EF-FA23-E320-4E9E008A0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316CD8-28FF-D65F-8BC3-39C905B02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6BC6387-CD48-4404-27A3-520584E340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C472A47-D5E4-AC39-6190-7E703FE80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009" y="0"/>
            <a:ext cx="96219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10811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088D8-9FEA-087F-EA84-C670DD55D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DFE0C4-C229-0607-59B9-5868DB8E7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Modelo (de fato) Mensal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E7718E-73C5-067A-9B74-3120E6521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Utilizando modelos para prever </a:t>
            </a:r>
            <a:r>
              <a:rPr lang="pt-BR" b="1" dirty="0"/>
              <a:t>diretamente</a:t>
            </a:r>
            <a:r>
              <a:rPr lang="pt-BR" dirty="0"/>
              <a:t> o realizado de quantidade e valor mensais (em vez de fazer a predição da trajetória e agregação):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Modelos de machine learning e outros lineares</a:t>
            </a:r>
          </a:p>
          <a:p>
            <a:pPr marL="0" indent="0">
              <a:buNone/>
            </a:pPr>
            <a:r>
              <a:rPr lang="pt-BR" dirty="0"/>
              <a:t>foram testados, mas nenhum teve um desempenho</a:t>
            </a:r>
          </a:p>
          <a:p>
            <a:pPr marL="0" indent="0">
              <a:buNone/>
            </a:pPr>
            <a:r>
              <a:rPr lang="pt-BR" dirty="0"/>
              <a:t>melhor que os aqui mencionados e o </a:t>
            </a:r>
            <a:r>
              <a:rPr lang="pt-BR" dirty="0" err="1"/>
              <a:t>nowcasting</a:t>
            </a:r>
            <a:r>
              <a:rPr lang="pt-BR" dirty="0"/>
              <a:t>.</a:t>
            </a:r>
          </a:p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A77B842-999C-E260-FBC8-212EE0A15B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D783413-1668-18B6-5683-CE59EC1BE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379" y="2225810"/>
            <a:ext cx="5410955" cy="177189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E076C12-4EDA-566A-3B3B-EEA4439C9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729" y="1792001"/>
            <a:ext cx="5753903" cy="492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24544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1DBCE-733F-FC2E-6114-9A06BF598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2CA261-D309-DE91-3417-0D7BC19FD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Comparações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C2D823B-B45D-2F04-05D2-D65DF37094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sz="2000" dirty="0"/>
              <a:t>Valor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C8A6FDFF-8DCD-0FF9-AEEA-9418D7470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BAB63A2-777F-B799-899D-2E9341664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6016"/>
            <a:ext cx="12192000" cy="483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66874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FAF1C-2AA5-A4F0-57A3-ABCBDAFF1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C2E63D-9ADB-899D-F372-71DC241CA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Comparações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EFD564F-6896-667F-1553-9E969BA0EE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sz="2000" dirty="0"/>
              <a:t>Valor</a:t>
            </a:r>
          </a:p>
        </p:txBody>
      </p:sp>
      <p:graphicFrame>
        <p:nvGraphicFramePr>
          <p:cNvPr id="3" name="Espaço Reservado para Conteúdo 2">
            <a:extLst>
              <a:ext uri="{FF2B5EF4-FFF2-40B4-BE49-F238E27FC236}">
                <a16:creationId xmlns:a16="http://schemas.microsoft.com/office/drawing/2014/main" id="{C960BFDD-7A26-4053-0909-42F893674B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9672639"/>
              </p:ext>
            </p:extLst>
          </p:nvPr>
        </p:nvGraphicFramePr>
        <p:xfrm>
          <a:off x="320675" y="1408113"/>
          <a:ext cx="11550644" cy="19500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0092">
                  <a:extLst>
                    <a:ext uri="{9D8B030D-6E8A-4147-A177-3AD203B41FA5}">
                      <a16:colId xmlns:a16="http://schemas.microsoft.com/office/drawing/2014/main" val="3077349959"/>
                    </a:ext>
                  </a:extLst>
                </a:gridCol>
                <a:gridCol w="1650092">
                  <a:extLst>
                    <a:ext uri="{9D8B030D-6E8A-4147-A177-3AD203B41FA5}">
                      <a16:colId xmlns:a16="http://schemas.microsoft.com/office/drawing/2014/main" val="1073948831"/>
                    </a:ext>
                  </a:extLst>
                </a:gridCol>
                <a:gridCol w="1650092">
                  <a:extLst>
                    <a:ext uri="{9D8B030D-6E8A-4147-A177-3AD203B41FA5}">
                      <a16:colId xmlns:a16="http://schemas.microsoft.com/office/drawing/2014/main" val="4230883289"/>
                    </a:ext>
                  </a:extLst>
                </a:gridCol>
                <a:gridCol w="1650092">
                  <a:extLst>
                    <a:ext uri="{9D8B030D-6E8A-4147-A177-3AD203B41FA5}">
                      <a16:colId xmlns:a16="http://schemas.microsoft.com/office/drawing/2014/main" val="896743448"/>
                    </a:ext>
                  </a:extLst>
                </a:gridCol>
                <a:gridCol w="1650092">
                  <a:extLst>
                    <a:ext uri="{9D8B030D-6E8A-4147-A177-3AD203B41FA5}">
                      <a16:colId xmlns:a16="http://schemas.microsoft.com/office/drawing/2014/main" val="30920777"/>
                    </a:ext>
                  </a:extLst>
                </a:gridCol>
                <a:gridCol w="1650092">
                  <a:extLst>
                    <a:ext uri="{9D8B030D-6E8A-4147-A177-3AD203B41FA5}">
                      <a16:colId xmlns:a16="http://schemas.microsoft.com/office/drawing/2014/main" val="2817583172"/>
                    </a:ext>
                  </a:extLst>
                </a:gridCol>
                <a:gridCol w="1650092">
                  <a:extLst>
                    <a:ext uri="{9D8B030D-6E8A-4147-A177-3AD203B41FA5}">
                      <a16:colId xmlns:a16="http://schemas.microsoft.com/office/drawing/2014/main" val="35576084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Modelo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MAPE Medio (%)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RMSPE (%)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Mediana (%)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Max (%)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Vies (real-prev)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32390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Naive (mes-1)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3.53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4.66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2.33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0.641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2770564.0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2781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Nowcast (ult. dia mes-1)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4.43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5.27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0.547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2847009.5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06546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MediaUtil MM3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6.92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5.29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6545220.6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88277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ARIMAX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8.53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7.77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14.18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-0.078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6106008.9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91759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164227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111F4-7B99-3D67-CA85-460C0990D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6314AA-2B59-AD80-67E3-6A78C533A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Comparações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2F590D5-C7BA-A27F-6901-305E8F957C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sz="2000" dirty="0"/>
              <a:t>Valor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A1D61292-FCC6-EE63-242A-0B2ED6676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00C87FC-EAF7-ACDF-B8B5-5DF00EC56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166" y="1270435"/>
            <a:ext cx="11410238" cy="4610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69753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07BD5-9BDD-B3E3-3704-3139519D5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B5BD53-E021-5962-4C26-58ED0CC03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Comparações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1769962-16E2-6402-593A-0E36138059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sz="2000" dirty="0"/>
              <a:t>Quantidade</a:t>
            </a:r>
          </a:p>
        </p:txBody>
      </p:sp>
      <p:graphicFrame>
        <p:nvGraphicFramePr>
          <p:cNvPr id="7" name="Espaço Reservado para Conteúdo 6">
            <a:extLst>
              <a:ext uri="{FF2B5EF4-FFF2-40B4-BE49-F238E27FC236}">
                <a16:creationId xmlns:a16="http://schemas.microsoft.com/office/drawing/2014/main" id="{383065B8-6ABD-5EB2-968F-60543BC92A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0066861"/>
              </p:ext>
            </p:extLst>
          </p:nvPr>
        </p:nvGraphicFramePr>
        <p:xfrm>
          <a:off x="320675" y="1408113"/>
          <a:ext cx="11550644" cy="19500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0092">
                  <a:extLst>
                    <a:ext uri="{9D8B030D-6E8A-4147-A177-3AD203B41FA5}">
                      <a16:colId xmlns:a16="http://schemas.microsoft.com/office/drawing/2014/main" val="3895183671"/>
                    </a:ext>
                  </a:extLst>
                </a:gridCol>
                <a:gridCol w="1650092">
                  <a:extLst>
                    <a:ext uri="{9D8B030D-6E8A-4147-A177-3AD203B41FA5}">
                      <a16:colId xmlns:a16="http://schemas.microsoft.com/office/drawing/2014/main" val="1307303306"/>
                    </a:ext>
                  </a:extLst>
                </a:gridCol>
                <a:gridCol w="1650092">
                  <a:extLst>
                    <a:ext uri="{9D8B030D-6E8A-4147-A177-3AD203B41FA5}">
                      <a16:colId xmlns:a16="http://schemas.microsoft.com/office/drawing/2014/main" val="508415562"/>
                    </a:ext>
                  </a:extLst>
                </a:gridCol>
                <a:gridCol w="1650092">
                  <a:extLst>
                    <a:ext uri="{9D8B030D-6E8A-4147-A177-3AD203B41FA5}">
                      <a16:colId xmlns:a16="http://schemas.microsoft.com/office/drawing/2014/main" val="2472840447"/>
                    </a:ext>
                  </a:extLst>
                </a:gridCol>
                <a:gridCol w="1650092">
                  <a:extLst>
                    <a:ext uri="{9D8B030D-6E8A-4147-A177-3AD203B41FA5}">
                      <a16:colId xmlns:a16="http://schemas.microsoft.com/office/drawing/2014/main" val="2329048695"/>
                    </a:ext>
                  </a:extLst>
                </a:gridCol>
                <a:gridCol w="1650092">
                  <a:extLst>
                    <a:ext uri="{9D8B030D-6E8A-4147-A177-3AD203B41FA5}">
                      <a16:colId xmlns:a16="http://schemas.microsoft.com/office/drawing/2014/main" val="444225805"/>
                    </a:ext>
                  </a:extLst>
                </a:gridCol>
                <a:gridCol w="1650092">
                  <a:extLst>
                    <a:ext uri="{9D8B030D-6E8A-4147-A177-3AD203B41FA5}">
                      <a16:colId xmlns:a16="http://schemas.microsoft.com/office/drawing/2014/main" val="23756615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Modelo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MAPE Medio (%)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RMSPE (%)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Mediana (%)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Max (%)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Vies (real-prev)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46618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Naive (mes-1)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2.94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3.64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6.89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0.597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638.6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47782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MediaUtil MM3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3.27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4.06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2.77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1774.8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44522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Nowcast (ult. dia mes-1)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4.57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3.82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0.368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640.1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30391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ARIMAX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5.49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6.55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3.65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-0.277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2778.6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39835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954404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19CE2-BBA9-44D6-5706-6862B7A3C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9AE39C-51AA-CD59-1F70-66B6531D9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Comparações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D34892B-DCF0-6723-09E1-424F598771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sz="2000" dirty="0"/>
              <a:t>Quantidade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DA71692-17F5-2404-BD12-F97AC0E17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B8796C9-93F8-DEB9-AE7E-B0680A995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435"/>
            <a:ext cx="12192000" cy="483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60647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17899-77A3-988F-1964-A106DDCEB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BEBE82-734E-773D-5CBC-3198D130B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Comparações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C28377F-01C3-D537-85BD-02549B753F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sz="2000" dirty="0"/>
              <a:t>Quantidade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BEB90653-3354-C9D5-3C5B-2EF6E06BB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E82978B-A746-DDC5-D578-BF5F2654E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166" y="1270435"/>
            <a:ext cx="11802542" cy="476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08594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949C6-4319-DBE9-77C3-D75AFD825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51E0C1-3D26-872E-BA6E-6C38C7C6D6F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>
                <a:latin typeface="+mj-lt"/>
              </a:rPr>
              <a:t>Modelos Paramétricos de Séries Temporais </a:t>
            </a:r>
          </a:p>
        </p:txBody>
      </p:sp>
    </p:spTree>
    <p:extLst>
      <p:ext uri="{BB962C8B-B14F-4D97-AF65-F5344CB8AC3E}">
        <p14:creationId xmlns:p14="http://schemas.microsoft.com/office/powerpoint/2010/main" val="325142641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6285934-4C50-F008-DEE7-A44CAF8F4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6FB7FB-EDFB-FC67-6F87-22B6AF977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Teste de </a:t>
            </a:r>
            <a:r>
              <a:rPr lang="pt-BR" dirty="0" err="1"/>
              <a:t>Cointegração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D56423-90B6-6F64-765F-601DA1A4F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Antes de continuar, temos que enxergar que existem duas séries que teoricamente andam juntas</a:t>
            </a:r>
          </a:p>
          <a:p>
            <a:r>
              <a:rPr lang="pt-BR" dirty="0"/>
              <a:t>Esse é o perfil que nos obriga a analisar se faz sentido fazermos </a:t>
            </a:r>
            <a:r>
              <a:rPr lang="pt-BR" dirty="0" err="1"/>
              <a:t>cointegração</a:t>
            </a: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B99ED5B-6880-0560-9423-FD5572F7C1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7312592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563FF25-A728-70A4-E745-6E33DC636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11AA1E-9D52-B000-3F68-34DF114B5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Motivação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38AE02-F54F-29B3-3424-8318C0C33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Apesar da pipeline TPOT e os modelos de machine learning fixados responderem bem com poucos dados e serem historicamente validados, para a base atual, que tem uma volumetria bem maior, talvez modelos paramétricos que capturem as dependências temporais façam mais sentido, principalmente por conta da </a:t>
            </a:r>
            <a:r>
              <a:rPr lang="pt-BR" dirty="0" err="1"/>
              <a:t>interpretabilidade</a:t>
            </a:r>
            <a:r>
              <a:rPr lang="pt-BR" dirty="0"/>
              <a:t>.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6FD79DB-6963-AA8F-C2D9-130A03FCA4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00783487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C4930-6EA3-CE1F-A1F8-F8853D8BA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488F34-BB66-B066-5F33-5F992C5C9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SARIMAX e porque foi escolhido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B9BC22-E087-824C-51B2-8BBBBFB27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SARIMAX = </a:t>
            </a:r>
            <a:r>
              <a:rPr lang="pt-BR" b="1" dirty="0" err="1"/>
              <a:t>S</a:t>
            </a:r>
            <a:r>
              <a:rPr lang="pt-BR" dirty="0" err="1"/>
              <a:t>easonal</a:t>
            </a:r>
            <a:r>
              <a:rPr lang="pt-BR" dirty="0"/>
              <a:t> </a:t>
            </a:r>
            <a:r>
              <a:rPr lang="pt-BR" b="1" dirty="0"/>
              <a:t>A</a:t>
            </a:r>
            <a:r>
              <a:rPr lang="pt-BR" dirty="0"/>
              <a:t>uto</a:t>
            </a:r>
            <a:r>
              <a:rPr lang="pt-BR" b="1" dirty="0"/>
              <a:t> </a:t>
            </a:r>
            <a:r>
              <a:rPr lang="pt-BR" b="1" dirty="0" err="1"/>
              <a:t>R</a:t>
            </a:r>
            <a:r>
              <a:rPr lang="pt-BR" dirty="0" err="1"/>
              <a:t>egressive</a:t>
            </a:r>
            <a:r>
              <a:rPr lang="pt-BR" dirty="0"/>
              <a:t> </a:t>
            </a:r>
            <a:r>
              <a:rPr lang="pt-BR" b="1" dirty="0" err="1"/>
              <a:t>I</a:t>
            </a:r>
            <a:r>
              <a:rPr lang="pt-BR" dirty="0" err="1"/>
              <a:t>ntegrated</a:t>
            </a:r>
            <a:r>
              <a:rPr lang="pt-BR" dirty="0"/>
              <a:t> </a:t>
            </a:r>
            <a:r>
              <a:rPr lang="pt-BR" b="1" dirty="0"/>
              <a:t>M</a:t>
            </a:r>
            <a:r>
              <a:rPr lang="pt-BR" dirty="0"/>
              <a:t>oving </a:t>
            </a:r>
            <a:r>
              <a:rPr lang="pt-BR" b="1" dirty="0" err="1"/>
              <a:t>A</a:t>
            </a:r>
            <a:r>
              <a:rPr lang="pt-BR" dirty="0" err="1"/>
              <a:t>verage</a:t>
            </a:r>
            <a:r>
              <a:rPr lang="pt-BR" dirty="0"/>
              <a:t> </a:t>
            </a:r>
            <a:r>
              <a:rPr lang="pt-BR" dirty="0" err="1"/>
              <a:t>with</a:t>
            </a:r>
            <a:r>
              <a:rPr lang="pt-BR" dirty="0"/>
              <a:t> </a:t>
            </a:r>
            <a:r>
              <a:rPr lang="pt-BR" dirty="0" err="1"/>
              <a:t>e</a:t>
            </a:r>
            <a:r>
              <a:rPr lang="pt-BR" b="1" dirty="0" err="1"/>
              <a:t>X</a:t>
            </a:r>
            <a:r>
              <a:rPr lang="pt-BR" dirty="0" err="1"/>
              <a:t>ogenous</a:t>
            </a:r>
            <a:r>
              <a:rPr lang="pt-BR" dirty="0"/>
              <a:t> </a:t>
            </a:r>
            <a:r>
              <a:rPr lang="pt-BR" dirty="0" err="1"/>
              <a:t>regressors</a:t>
            </a:r>
            <a:r>
              <a:rPr lang="pt-BR" dirty="0"/>
              <a:t>. É a generalização do ARIMA que acrescenta dois elementos indispensáveis para esta série:</a:t>
            </a:r>
          </a:p>
          <a:p>
            <a:r>
              <a:rPr lang="pt-BR" b="1" dirty="0"/>
              <a:t>Sazonalidade semanal</a:t>
            </a:r>
            <a:r>
              <a:rPr lang="pt-BR" dirty="0"/>
              <a:t> (`s = 5` dias úteis): segunda a sexta têm patamares diferentes;</a:t>
            </a:r>
          </a:p>
          <a:p>
            <a:r>
              <a:rPr lang="pt-BR" b="1" dirty="0" err="1"/>
              <a:t>Regressores</a:t>
            </a:r>
            <a:r>
              <a:rPr lang="pt-BR" b="1" dirty="0"/>
              <a:t> exógenos:</a:t>
            </a:r>
            <a:r>
              <a:rPr lang="pt-BR" dirty="0"/>
              <a:t> variáveis externas que ajudam a prever o valor do dia(no caso intervenções)</a:t>
            </a:r>
            <a:br>
              <a:rPr lang="pt-BR" dirty="0"/>
            </a:br>
            <a:endParaRPr lang="pt-BR" dirty="0"/>
          </a:p>
          <a:p>
            <a:pPr marL="0" indent="0">
              <a:buNone/>
            </a:pPr>
            <a:r>
              <a:rPr lang="pt-BR" dirty="0"/>
              <a:t>A justificativa para usá-lo, em vez de só ML/TPOT, é tripla:</a:t>
            </a:r>
          </a:p>
          <a:p>
            <a:pPr marL="0" indent="0">
              <a:buNone/>
            </a:pPr>
            <a:r>
              <a:rPr lang="pt-BR" dirty="0"/>
              <a:t>1. </a:t>
            </a:r>
            <a:r>
              <a:rPr lang="pt-BR" b="1" dirty="0"/>
              <a:t>É um modelo branco, não caixa-preta.</a:t>
            </a:r>
            <a:r>
              <a:rPr lang="pt-BR" dirty="0"/>
              <a:t> Cada termo tem significado estatístico   (média móvel, sazonalidade, efeito da fila, efeito dos dias de erro) e vem com  coeficiente, erro-padrão e p-valor — ao contrário dos pipelines TPOT, cuja arquitetura  empilhada não permite ler "o quanto a fila pesa".</a:t>
            </a:r>
          </a:p>
          <a:p>
            <a:pPr marL="0" indent="0">
              <a:buNone/>
            </a:pPr>
            <a:r>
              <a:rPr lang="pt-BR" dirty="0"/>
              <a:t>2. </a:t>
            </a:r>
            <a:r>
              <a:rPr lang="pt-BR" b="1" dirty="0"/>
              <a:t>Modela explicitamente a estrutura temporal</a:t>
            </a:r>
            <a:r>
              <a:rPr lang="pt-BR" dirty="0"/>
              <a:t> (tendência via diferenciação, choque do dia anterior via MA, sazonalidade semanal), que os modelos de ML só capturam de forma indireta via </a:t>
            </a:r>
            <a:r>
              <a:rPr lang="pt-BR" dirty="0" err="1"/>
              <a:t>lags</a:t>
            </a:r>
            <a:r>
              <a:rPr lang="pt-BR" dirty="0"/>
              <a:t> como features.</a:t>
            </a:r>
          </a:p>
          <a:p>
            <a:pPr marL="0" indent="0">
              <a:buNone/>
            </a:pPr>
            <a:r>
              <a:rPr lang="pt-BR" dirty="0"/>
              <a:t>3. </a:t>
            </a:r>
            <a:r>
              <a:rPr lang="pt-BR" b="1" dirty="0"/>
              <a:t>Trata os dias atípicos de forma transparente</a:t>
            </a:r>
            <a:r>
              <a:rPr lang="pt-BR" dirty="0"/>
              <a:t>, com uma </a:t>
            </a:r>
            <a:r>
              <a:rPr lang="pt-BR" dirty="0" err="1"/>
              <a:t>dummy</a:t>
            </a:r>
            <a:r>
              <a:rPr lang="pt-BR" dirty="0"/>
              <a:t> de intervenção (modelo de intervenção de Box–</a:t>
            </a:r>
            <a:r>
              <a:rPr lang="pt-BR" dirty="0" err="1"/>
              <a:t>Tiao</a:t>
            </a:r>
            <a:r>
              <a:rPr lang="pt-BR" dirty="0"/>
              <a:t>) para os dias de erro operacional, em vez de simplesmente removê-los.</a:t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F49DFCD-E339-63A1-CE5B-14D509D6D2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75759423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23DD3-A309-901F-8AD0-31DCD4931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0AD71B-4EEB-EE29-B799-50BCCF9D6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Construção da base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634ABA-FFF8-ED75-8A36-DC62541D6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Semelhante a construção antiga</a:t>
            </a:r>
          </a:p>
          <a:p>
            <a:r>
              <a:rPr lang="pt-BR" dirty="0"/>
              <a:t>Agregação </a:t>
            </a:r>
            <a:r>
              <a:rPr lang="pt-BR" b="1" dirty="0"/>
              <a:t>diária</a:t>
            </a:r>
            <a:r>
              <a:rPr lang="pt-BR" dirty="0"/>
              <a:t> das propostas da etapa 16, apenas em </a:t>
            </a:r>
            <a:r>
              <a:rPr lang="pt-BR" b="1" dirty="0"/>
              <a:t>dias úteis</a:t>
            </a:r>
            <a:r>
              <a:rPr lang="pt-BR" dirty="0"/>
              <a:t> (exclui sábados,</a:t>
            </a:r>
            <a:br>
              <a:rPr lang="pt-BR" dirty="0"/>
            </a:br>
            <a:r>
              <a:rPr lang="pt-BR" dirty="0"/>
              <a:t>domingos e feriados nacionais via </a:t>
            </a:r>
            <a:r>
              <a:rPr lang="pt-BR" dirty="0" err="1"/>
              <a:t>workadays</a:t>
            </a:r>
            <a:r>
              <a:rPr lang="pt-BR" dirty="0"/>
              <a:t>) → sazonalidade semanal regular </a:t>
            </a:r>
            <a:r>
              <a:rPr lang="pt-BR" b="1" dirty="0"/>
              <a:t>m = 5</a:t>
            </a:r>
            <a:r>
              <a:rPr lang="pt-BR" dirty="0"/>
              <a:t>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r>
              <a:rPr lang="pt-BR" b="1" dirty="0"/>
              <a:t>As duas séries têm o mesmo status:</a:t>
            </a:r>
            <a:r>
              <a:rPr lang="pt-BR" dirty="0"/>
              <a:t> cada uma recebe seleção de ordem, intervenção,</a:t>
            </a:r>
            <a:br>
              <a:rPr lang="pt-BR" dirty="0"/>
            </a:br>
            <a:r>
              <a:rPr lang="pt-BR" dirty="0"/>
              <a:t>ranking e modelo recomendado próprios.</a:t>
            </a:r>
          </a:p>
          <a:p>
            <a:r>
              <a:rPr lang="pt-BR" dirty="0"/>
              <a:t>Histórico: </a:t>
            </a:r>
            <a:r>
              <a:rPr lang="pt-BR" b="1" dirty="0"/>
              <a:t>~410 dias úteis</a:t>
            </a:r>
            <a:r>
              <a:rPr lang="pt-BR" dirty="0"/>
              <a:t> (07/11/2024 → 01/07/2026).</a:t>
            </a:r>
          </a:p>
          <a:p>
            <a:r>
              <a:rPr lang="pt-BR" dirty="0"/>
              <a:t>Janela de avaliação </a:t>
            </a:r>
            <a:r>
              <a:rPr lang="pt-BR" dirty="0" err="1"/>
              <a:t>walk-forward</a:t>
            </a:r>
            <a:r>
              <a:rPr lang="pt-BR" dirty="0"/>
              <a:t>: </a:t>
            </a:r>
            <a:r>
              <a:rPr lang="pt-BR" b="1" dirty="0"/>
              <a:t>N = 209</a:t>
            </a:r>
            <a:r>
              <a:rPr lang="pt-BR" dirty="0"/>
              <a:t> (valor) e </a:t>
            </a:r>
            <a:r>
              <a:rPr lang="pt-BR" b="1" dirty="0"/>
              <a:t>N = 211</a:t>
            </a:r>
            <a:r>
              <a:rPr lang="pt-BR" dirty="0"/>
              <a:t> (quantidade).</a:t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A82A1CC-DDEE-D55D-FC53-AA6223C51B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6BFB1AC-1930-1448-0C69-F036F2FB6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27066"/>
            <a:ext cx="12192000" cy="119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05484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5D1BD-BC86-A894-89D3-988CE445C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63F00F-1B83-D859-BEEA-1AF9D82B0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Série de Valor e Eventos de Erro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38E695-D4BA-E3E2-D770-E618060A3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Séries com médias móveis de 5 e 20 dias; linhas verticais = dias de intervenção. Ambas</a:t>
            </a:r>
            <a:br>
              <a:rPr lang="pt-BR" dirty="0"/>
            </a:br>
            <a:r>
              <a:rPr lang="pt-BR" dirty="0"/>
              <a:t>mostram </a:t>
            </a:r>
            <a:r>
              <a:rPr lang="pt-BR" b="1" dirty="0"/>
              <a:t>nível que passeia</a:t>
            </a:r>
            <a:r>
              <a:rPr lang="pt-BR" dirty="0"/>
              <a:t> (não-estacionário), </a:t>
            </a:r>
            <a:r>
              <a:rPr lang="pt-BR" b="1" dirty="0"/>
              <a:t>sazonalidade semanal</a:t>
            </a:r>
            <a:r>
              <a:rPr lang="pt-BR" dirty="0"/>
              <a:t> e </a:t>
            </a:r>
            <a:r>
              <a:rPr lang="pt-BR" b="1" dirty="0"/>
              <a:t>quedas</a:t>
            </a:r>
            <a:br>
              <a:rPr lang="pt-BR" b="1" dirty="0"/>
            </a:br>
            <a:r>
              <a:rPr lang="pt-BR" b="1" dirty="0"/>
              <a:t>pontuais</a:t>
            </a:r>
            <a:r>
              <a:rPr lang="pt-BR" dirty="0"/>
              <a:t> nos dias de erro operacional.</a:t>
            </a:r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E04B8CA-53AF-9F82-8AB3-9782C214AA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C590A42-065E-9C11-BD06-625C18F0D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11660"/>
            <a:ext cx="12192000" cy="3759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04871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A9477-0190-31AB-F2CE-63F454C37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1528EB-A89B-66A8-7D52-069EE0A2E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Diferenciação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A8D0830B-845D-0979-3873-D1D36CB1D9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4911" y="1408113"/>
            <a:ext cx="10982177" cy="4768850"/>
          </a:xfrm>
          <a:prstGeom prst="rect">
            <a:avLst/>
          </a:prstGeom>
        </p:spPr>
      </p:pic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1A839CB-7909-DABE-3931-78373DC450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81899323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0A35A-1528-6231-8A10-1449B68FC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307C85-A047-18A6-E541-3AF351483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Decomposição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A9EEF4F-ECE6-969A-510D-6160223C7A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3F6F862E-C975-6B9B-40DC-2A9B3EDDE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D0B62C0-70F1-6602-562A-360A32453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621" y="959521"/>
            <a:ext cx="8963880" cy="5898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97227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32AFE-885F-638A-037B-06A16997A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1D44CD-7D6D-1DAA-4394-28D6696C3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Função de Autocorrelação e Função de Autocorrelação Parcial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9B09CBE-FADC-BDF8-4E44-CCE53F0CE2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0749A73A-72D6-3426-792B-BBF259B2D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7B90799-5235-2983-16CC-E0D87052A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12" y="886692"/>
            <a:ext cx="11001375" cy="546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45831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1DF47-CFED-D337-420F-25B7C35A4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25E3FC-43E1-51B2-498A-2A1003503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Modelos Testados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3D4E13-2FD5-679E-A0C3-0D1E960C1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B49E91C-1DAC-B29B-0B56-4C54811335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545B530-F222-57F0-E41D-9C8E2C7E8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7357"/>
            <a:ext cx="12192000" cy="3821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92250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291E7-751F-D33B-C42E-FFE923C39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37AB86-FED0-6F44-351D-B97D5C182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Covariáveis</a:t>
            </a:r>
          </a:p>
        </p:txBody>
      </p:sp>
      <p:pic>
        <p:nvPicPr>
          <p:cNvPr id="9" name="Espaço Reservado para Conteúdo 8">
            <a:extLst>
              <a:ext uri="{FF2B5EF4-FFF2-40B4-BE49-F238E27FC236}">
                <a16:creationId xmlns:a16="http://schemas.microsoft.com/office/drawing/2014/main" id="{83EB0BAC-0338-F704-3A50-B8EA60B71C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707" y="1417412"/>
            <a:ext cx="11550650" cy="4023175"/>
          </a:xfrm>
          <a:prstGeom prst="rect">
            <a:avLst/>
          </a:prstGeom>
        </p:spPr>
      </p:pic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4B0B502-CD65-771A-BAE0-8799F80B4F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97052798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C0520-DF93-29F5-0E69-50EF342B2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195C4A-8F12-2BDE-A518-9BEEFC117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Intervenção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438530-C826-4163-2D9D-B305F9346B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3610920B-1D94-A520-6479-0D5D079F9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Pela natureza dos dados faz sentido utilizar análise de intervenção para “descontaminar” o ajuste dos dias de outliers explicados pelo log de erro e vésperas de feriado (dias atípicos)</a:t>
            </a:r>
          </a:p>
          <a:p>
            <a:r>
              <a:rPr lang="pt-BR" dirty="0"/>
              <a:t>Em intervenção podemos considerar eventos de intervenção como impulso ou degrau</a:t>
            </a:r>
          </a:p>
          <a:p>
            <a:r>
              <a:rPr lang="pt-BR" dirty="0"/>
              <a:t>No caso, teoricamente temos apenas </a:t>
            </a:r>
            <a:r>
              <a:rPr lang="pt-BR" dirty="0" err="1"/>
              <a:t>apenas</a:t>
            </a:r>
            <a:r>
              <a:rPr lang="pt-BR" dirty="0"/>
              <a:t> impulsos, porque erros operacionais não dão impacto permanente na série</a:t>
            </a:r>
          </a:p>
          <a:p>
            <a:r>
              <a:rPr lang="pt-BR" dirty="0"/>
              <a:t>Função transferência gradual (erros operacionais que tem impacto que decresce gradualmente) ou abrupta (erros operacionais que tem erros que impactam relevantemente apenas um dia)</a:t>
            </a:r>
          </a:p>
          <a:p>
            <a:r>
              <a:rPr lang="pt-BR" b="1" dirty="0"/>
              <a:t>Escolha por evento:</a:t>
            </a:r>
            <a:r>
              <a:rPr lang="pt-BR" dirty="0"/>
              <a:t> ajustam-se todas as formas aplicáveis e fica-se com a de</a:t>
            </a:r>
            <a:br>
              <a:rPr lang="pt-BR" dirty="0"/>
            </a:br>
            <a:r>
              <a:rPr lang="pt-BR" dirty="0"/>
              <a:t>coeficiente(s) </a:t>
            </a:r>
            <a:r>
              <a:rPr lang="pt-BR" b="1" dirty="0"/>
              <a:t>significativo(s) (p &lt; 0,05)</a:t>
            </a:r>
            <a:r>
              <a:rPr lang="pt-BR" dirty="0"/>
              <a:t> e menor </a:t>
            </a:r>
            <a:r>
              <a:rPr lang="pt-BR" b="1" dirty="0"/>
              <a:t>AIC</a:t>
            </a:r>
            <a:r>
              <a:rPr lang="pt-BR" dirty="0"/>
              <a:t>; sem nenhum significativo →</a:t>
            </a:r>
            <a:br>
              <a:rPr lang="pt-BR" dirty="0"/>
            </a:br>
            <a:r>
              <a:rPr lang="pt-BR" dirty="0"/>
              <a:t>não signif.; empate → forma mais simples. Aqui a série </a:t>
            </a:r>
            <a:r>
              <a:rPr lang="pt-BR" b="1" dirty="0"/>
              <a:t>mantém</a:t>
            </a:r>
            <a:r>
              <a:rPr lang="pt-BR" dirty="0"/>
              <a:t> os dias especiais, é</a:t>
            </a:r>
            <a:br>
              <a:rPr lang="pt-BR" dirty="0"/>
            </a:br>
            <a:r>
              <a:rPr lang="pt-BR" dirty="0"/>
              <a:t>necessário para estimar o efeito.</a:t>
            </a:r>
          </a:p>
        </p:txBody>
      </p:sp>
    </p:spTree>
    <p:extLst>
      <p:ext uri="{BB962C8B-B14F-4D97-AF65-F5344CB8AC3E}">
        <p14:creationId xmlns:p14="http://schemas.microsoft.com/office/powerpoint/2010/main" val="30576225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B0EF1-A2AF-8B4A-FDD5-0897125FC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F096-C59F-90EA-4BCE-3CB0B6A47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de Transferência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9274A7D-CEB0-48D7-4B7C-F4BC9EDED4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E7B28D99-D7ED-6950-0713-FE907CDBC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As funções de transferência fazem com que o evento tenha um efeito estimado e uma forma de efeito específica</a:t>
            </a:r>
          </a:p>
          <a:p>
            <a:r>
              <a:rPr lang="pt-BR" dirty="0"/>
              <a:t>Todo evento (feriado, mudança operacional, incidente) parte de um indicador de pulso. Seja 𝒟_𝐸 o conjunto de datas do evento 𝐸: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As funções abaixo transformam esse pulso no </a:t>
            </a:r>
            <a:r>
              <a:rPr lang="pt-BR" dirty="0" err="1"/>
              <a:t>regressor</a:t>
            </a:r>
            <a:r>
              <a:rPr lang="pt-BR" dirty="0"/>
              <a:t> exógeno que entra no SARIMA. O fator 𝛿 ∈ (0, 1) controla a velocidade do decaimento.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464DBE73-8A32-5200-9A93-DA254833F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924" y="2423970"/>
            <a:ext cx="2143424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58761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0C163-31B4-EA01-36DF-424FB6D04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E19300-5A2F-F06D-3100-5556E7D0F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de Transferência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0A42A3C-9155-0C11-1556-8E5C7ACEB3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9132654D-1A87-67DB-6A1F-E7AE6E6D4A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73061" y="1171260"/>
            <a:ext cx="6018939" cy="451548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E6CA27A-B817-405C-8767-1BB117398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4234"/>
            <a:ext cx="6173061" cy="517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9585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010ED-8479-A8A5-2230-FB33444AD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B4AC3A-BE30-70F9-50C9-8ABAEAE28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Intervenção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E3419E7-7C18-037C-7601-418D044E59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45551A78-8F7C-E8B5-2EAB-D39592232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012C228-80F8-013F-39F7-DF6724DCD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9843"/>
            <a:ext cx="12192000" cy="375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24173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B0808-8991-6154-620A-54E41A928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EAD83C-12C5-8DC7-11C1-A97EFF0B8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Intervenção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092D99B-ACAD-A11C-B60B-6B1E1D05F1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284E6304-9DAE-8006-7E13-61474D016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3A05C52-AE0C-5FDD-3FAB-1894A4333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2928"/>
            <a:ext cx="12192000" cy="6052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12859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39715-E218-A24E-EB6F-9F1001AE0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7E033-513F-98B7-A51C-C7BA903AC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Intervenção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B72D0C2-BEE5-968E-4511-30A6B1E61D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B31C0A3A-323D-307F-9B26-1806468CB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D213285-C0C4-38DD-7E67-D91B5061C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9" y="886692"/>
            <a:ext cx="5763222" cy="529027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B20F9BC-C922-1FAA-D231-D430F20F4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6278" y="886691"/>
            <a:ext cx="6213953" cy="5199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10145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5C2AD-743D-2EED-4800-DAB8D1EEE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6ACE03-F3AF-4EEF-B036-07DCED64F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Intervenção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A174C38-028E-C287-BF7A-935C7B3873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2A1ADFF9-4D83-694D-53C5-59E03E7F0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0990B0B-DB12-3824-EF07-5337C015E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8263"/>
            <a:ext cx="12192000" cy="6061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79078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D360C-16CA-AA8E-52D8-12B375552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9F5931-BABD-0AE0-D50A-82B87E747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Intervenção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0BDFFAA-5F43-C2EE-54A5-19D9927203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B0F9E25B-5482-BBCD-F032-2D8A316E1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BBE0A08-3F5A-47E8-16F9-27F8E65A2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0749"/>
            <a:ext cx="12192000" cy="6056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36200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BCCB4-8777-9161-8050-B9E750B86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82BECB-C54D-F239-9C57-C198601A4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Intervenção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08EF20C-31AE-9FB4-460A-D564E77D77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52F8FE02-F84B-2D4C-D381-DAD98506D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76979AF-5E1D-D571-2ABA-0BE8C4C92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1104"/>
            <a:ext cx="12192000" cy="375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70427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0C0D5-9FFA-2E2C-26E0-273845468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E9A008-CC8C-CCA5-9D5B-9E7E6F27B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Intervenção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A5579BD-200C-254F-8947-3BB3A69B7A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5EF938DD-C4E3-412C-88DB-14AD05921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6601968-543E-18FC-4367-A0CAE5890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8799"/>
            <a:ext cx="6096000" cy="579033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E3AE888-7960-DA00-5C26-318D0420C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7823"/>
            <a:ext cx="6096000" cy="597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98144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EBF7F-30F2-5419-1595-A6C0B6135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0A952E-F028-B892-D89C-8C5BBA522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Intervenção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357F5CF-5296-0BB5-753A-60D4B3F972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57C756D4-79D5-2F5F-6CCB-BF8B6C144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E0B9DC4-847B-1F07-0CF6-923BF82F3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8263"/>
            <a:ext cx="12192000" cy="6061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47561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52C16-4C60-AA8E-0EE5-D13BBB418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A8C0FF-C97A-CB71-F54B-67DDC3569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 INTERVENCAO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96685F-330F-8539-83E7-1F1B0F4073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26BFA3CA-DEE6-F5BD-CFD9-E44483A11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41BBA3D-379D-D895-067B-BA582B287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960" y="2061969"/>
            <a:ext cx="11878080" cy="273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74825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16428-F029-29FA-64D4-1095B4C1B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B5540-7E1C-7AE4-5E75-A1F2C87A9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Modelos Finais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3F7DF76-F6A5-465E-2468-1176462A08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1087B6D-D51A-3C19-13A8-8F1CE8B443FE}"/>
              </a:ext>
            </a:extLst>
          </p:cNvPr>
          <p:cNvSpPr txBox="1"/>
          <p:nvPr/>
        </p:nvSpPr>
        <p:spPr>
          <a:xfrm>
            <a:off x="7370045" y="1584583"/>
            <a:ext cx="42652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Nota sobre os coeficientes: </a:t>
            </a:r>
            <a:r>
              <a:rPr lang="pt-BR" dirty="0"/>
              <a:t>O modelo congelado guarda a estrutura (ordens + função de intervenção por evento), não os valores dos parâmetros. Esses são reestimados a cada rodada sobre os dias mais recentes</a:t>
            </a:r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B20EC3C9-E8DD-5ECF-B929-49CE0136F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DE9AD50D-090B-269C-1113-ACC817B05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602" y="1680918"/>
            <a:ext cx="5249008" cy="349616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EB26FA08-EE4E-976C-0B61-908E6D0EE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098" y="5133903"/>
            <a:ext cx="3077004" cy="3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53191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B556D-5451-235C-40E9-38106AF3B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3BFFA8-F731-C870-9ACF-BCEBB202A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Interpretação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0CF3F29-49EC-1D03-8C09-C53EB4AAC6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41251C1B-BE9D-02CB-16C4-AC757DF2E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166" y="1408258"/>
            <a:ext cx="11551668" cy="4768705"/>
          </a:xfrm>
        </p:spPr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50B2738-7B7D-865B-70A5-9A0CFADAC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738" y="1446816"/>
            <a:ext cx="8298748" cy="4002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47457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04EB2-3B7E-58F5-D910-480C40277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67DD5B-C68F-16F9-5B4C-47B576D66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Interpretação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1DAFDE7-93A1-570F-804B-F25A390C75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5CA22054-6F32-7023-EF79-33EC99C79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166" y="1408258"/>
            <a:ext cx="11551668" cy="4768705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pt-BR" b="1" dirty="0"/>
              <a:t>As duas séries têm nível que passeia</a:t>
            </a:r>
            <a:r>
              <a:rPr lang="pt-BR" dirty="0"/>
              <a:t>, não uma média fixa (tendência)</a:t>
            </a:r>
          </a:p>
          <a:p>
            <a:pPr marL="342900" indent="-342900">
              <a:buAutoNum type="arabicPeriod"/>
            </a:pPr>
            <a:r>
              <a:rPr lang="pt-BR" b="1" dirty="0"/>
              <a:t>O motor preditivo é a MA(1), não a sazonalidade. </a:t>
            </a:r>
            <a:r>
              <a:rPr lang="pt-BR" dirty="0"/>
              <a:t>O termo 𝜃1 ≈ −0, 6 é grande e altamente significativo (𝑝 &lt; 0, 001) nas duas séries. </a:t>
            </a:r>
          </a:p>
          <a:p>
            <a:pPr marL="342900" indent="-342900">
              <a:buAutoNum type="arabicPeriod"/>
            </a:pPr>
            <a:r>
              <a:rPr lang="pt-BR" b="1" dirty="0"/>
              <a:t>A sazonalidade semanal é real, mas fraca</a:t>
            </a:r>
            <a:r>
              <a:rPr lang="pt-BR" dirty="0"/>
              <a:t>. Os termos sazonais (Θ1 no </a:t>
            </a:r>
            <a:r>
              <a:rPr lang="pt-BR" dirty="0" err="1"/>
              <a:t>lag</a:t>
            </a:r>
            <a:r>
              <a:rPr lang="pt-BR" dirty="0"/>
              <a:t> 5, e Θ2 no </a:t>
            </a:r>
            <a:r>
              <a:rPr lang="pt-BR" dirty="0" err="1"/>
              <a:t>lag</a:t>
            </a:r>
            <a:r>
              <a:rPr lang="pt-BR" dirty="0"/>
              <a:t> 10 para a quantidade) são pequenos e não significativos individualmente (𝑝 ≥ 0, 11 ). A maior parte do padrão semanal já é absorvida pela diferenciação e pela própria grade de dias úteis; o componente sazonal é mantido na estrutura por parcimônia e robustez, mas não é o que governa a série</a:t>
            </a:r>
          </a:p>
          <a:p>
            <a:pPr marL="342900" indent="-342900">
              <a:buAutoNum type="arabicPeriod"/>
            </a:pPr>
            <a:r>
              <a:rPr lang="pt-BR" b="1" dirty="0"/>
              <a:t>Os dias atípicos têm efeito real e mensurável </a:t>
            </a:r>
            <a:r>
              <a:rPr lang="pt-BR" dirty="0"/>
              <a:t>e por isso entram como intervenção, não como descarte. Isolar esses choques descontamina o ajuste: sem eles puxando os parâmetros, os coeficientes AR/MA descrevem a dinâmica normal. </a:t>
            </a:r>
          </a:p>
          <a:p>
            <a:pPr marL="342900" indent="-342900">
              <a:buAutoNum type="arabicPeriod"/>
            </a:pPr>
            <a:r>
              <a:rPr lang="pt-BR" b="1" dirty="0"/>
              <a:t>O tratamento funciona</a:t>
            </a:r>
            <a:r>
              <a:rPr lang="pt-BR" dirty="0"/>
              <a:t>. Com a intervenção, o </a:t>
            </a:r>
            <a:r>
              <a:rPr lang="pt-BR" dirty="0" err="1"/>
              <a:t>Ljung</a:t>
            </a:r>
            <a:r>
              <a:rPr lang="pt-BR" dirty="0"/>
              <a:t>-Box deixa de rejeitar (de 𝑝 ≈ 0, 01 para 0,37 no valor e 0,63 na quantidade): a autocorrelação residual que os </a:t>
            </a:r>
            <a:r>
              <a:rPr lang="pt-BR" dirty="0" err="1"/>
              <a:t>spikes</a:t>
            </a:r>
            <a:r>
              <a:rPr lang="pt-BR" dirty="0"/>
              <a:t> causavam desaparece e a dinâmica de curto prazo fica bem modelada. Persistem, como ressalva, heterocedasticidade e caudas pesadas (erros maiores nos dias atípicos), o que torna os intervalos de confiança otimistas nos extremos</a:t>
            </a:r>
          </a:p>
        </p:txBody>
      </p:sp>
    </p:spTree>
    <p:extLst>
      <p:ext uri="{BB962C8B-B14F-4D97-AF65-F5344CB8AC3E}">
        <p14:creationId xmlns:p14="http://schemas.microsoft.com/office/powerpoint/2010/main" val="15727625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FBD5C-10F3-64C2-D394-E018F633C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92F451-D722-DC97-ACF2-279B95E19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Conclusão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71A68BF-1CE5-1648-5D25-451A74A301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9EC6D90D-4CB4-66CB-D905-2FCC4F005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Modelos brancos e parcimoniosos: </a:t>
            </a:r>
            <a:r>
              <a:rPr lang="pt-BR" dirty="0"/>
              <a:t>uma única especificação congelada — não retreinada diariamente como a pipeline antiga —, com apenas os parâmetros reestimados a cada rodada sobre os dias mais recentes. (desde 2024) </a:t>
            </a:r>
          </a:p>
          <a:p>
            <a:r>
              <a:rPr lang="pt-BR" b="1" dirty="0"/>
              <a:t>Métricas: </a:t>
            </a:r>
            <a:r>
              <a:rPr lang="pt-BR" dirty="0"/>
              <a:t>igualam ou superam a pipeline antiga no RMSPE nas duas séries, com a vantagem decisiva de serem interpretáveis e auditáveis — cada termo tem significado (nível 𝐼(1), choque MA(1), sazonalidade semanal) e cada dia atípico tem efeito com coeficiente e 𝑝-valor. </a:t>
            </a:r>
          </a:p>
          <a:p>
            <a:r>
              <a:rPr lang="pt-BR" b="1" dirty="0"/>
              <a:t>Resumo: </a:t>
            </a:r>
            <a:r>
              <a:rPr lang="pt-BR" dirty="0"/>
              <a:t>ambas as séries são bem descritas por uma suavização MA(1) sobre a série diferenciada, com sazonalidade semanal leve e os dias atípicos tratados explicitamente por intervenção de Box–</a:t>
            </a:r>
            <a:r>
              <a:rPr lang="pt-BR" dirty="0" err="1"/>
              <a:t>Tiao</a:t>
            </a:r>
            <a:r>
              <a:rPr lang="pt-BR" dirty="0"/>
              <a:t>, em vez de removidos ou ignorados.</a:t>
            </a:r>
          </a:p>
        </p:txBody>
      </p:sp>
    </p:spTree>
    <p:extLst>
      <p:ext uri="{BB962C8B-B14F-4D97-AF65-F5344CB8AC3E}">
        <p14:creationId xmlns:p14="http://schemas.microsoft.com/office/powerpoint/2010/main" val="131599125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88616-1759-5DEC-922C-DAEFC922C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768B51-02A9-2FC6-4095-19D704595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Desenvolvimentos Futuros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F03FCCA-7559-FCC1-D359-D67CAF20A1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sz="2000" dirty="0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FA35291A-C1C4-4C76-E424-CD95B3A0B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Modelar a dinâmica de variância para incluir intervalos de confiança para dias típicos (possivelmente com modelos GARCH)</a:t>
            </a:r>
          </a:p>
          <a:p>
            <a:r>
              <a:rPr lang="pt-BR" dirty="0"/>
              <a:t> Validação e aprimoramento de modelos mensais</a:t>
            </a:r>
          </a:p>
        </p:txBody>
      </p:sp>
    </p:spTree>
    <p:extLst>
      <p:ext uri="{BB962C8B-B14F-4D97-AF65-F5344CB8AC3E}">
        <p14:creationId xmlns:p14="http://schemas.microsoft.com/office/powerpoint/2010/main" val="305716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e3e25a8-909c-4fe4-b1bc-40ea8258d7e7}" enabled="1" method="Standard" siteId="{45fc95ed-6a44-47aa-84cf-dd2e7fc975b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22512</TotalTime>
  <Words>3889</Words>
  <Application>Microsoft Office PowerPoint</Application>
  <PresentationFormat>Widescreen</PresentationFormat>
  <Paragraphs>1099</Paragraphs>
  <Slides>109</Slides>
  <Notes>1</Notes>
  <HiddenSlides>17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109</vt:i4>
      </vt:variant>
    </vt:vector>
  </HeadingPairs>
  <TitlesOfParts>
    <vt:vector size="115" baseType="lpstr">
      <vt:lpstr>Aptos</vt:lpstr>
      <vt:lpstr>Aptos Display</vt:lpstr>
      <vt:lpstr>Aptos Narrow</vt:lpstr>
      <vt:lpstr>Arial</vt:lpstr>
      <vt:lpstr>Calibri</vt:lpstr>
      <vt:lpstr>Office Theme</vt:lpstr>
      <vt:lpstr>Projeção de Vendas Definição Modelo</vt:lpstr>
      <vt:lpstr>O incremento de canal e produto melhora a previsão? </vt:lpstr>
      <vt:lpstr>Como produto e canal entram no modelo?</vt:lpstr>
      <vt:lpstr>Apresentação do PowerPoint</vt:lpstr>
      <vt:lpstr>Melhores Modelos</vt:lpstr>
      <vt:lpstr>Melhores Modelos</vt:lpstr>
      <vt:lpstr>Melhores Modelos</vt:lpstr>
      <vt:lpstr>Melhores Modelos</vt:lpstr>
      <vt:lpstr>Apresentação do PowerPoint</vt:lpstr>
      <vt:lpstr>  </vt:lpstr>
      <vt:lpstr>  </vt:lpstr>
      <vt:lpstr>  </vt:lpstr>
      <vt:lpstr>Apresentação do PowerPoint</vt:lpstr>
      <vt:lpstr>Conclusão</vt:lpstr>
      <vt:lpstr>Apresentação do PowerPoint</vt:lpstr>
      <vt:lpstr>Dias Especiais</vt:lpstr>
      <vt:lpstr>Apresentação do PowerPoint</vt:lpstr>
      <vt:lpstr>Dias Especiais</vt:lpstr>
      <vt:lpstr>Viés</vt:lpstr>
      <vt:lpstr>Critério de seleção – RMSPE + Viés + Desvio Padrão</vt:lpstr>
      <vt:lpstr>Apresentação do PowerPoint</vt:lpstr>
      <vt:lpstr>Principais Modelos</vt:lpstr>
      <vt:lpstr>Distribuição do Erro e Métricas</vt:lpstr>
      <vt:lpstr>Distribuição do Erro e Métricas</vt:lpstr>
      <vt:lpstr>Distribuição do Erro e Métricas</vt:lpstr>
      <vt:lpstr>Distribuição do Erro e Métricas</vt:lpstr>
      <vt:lpstr>Distribuição do Erro e Métricas</vt:lpstr>
      <vt:lpstr>Distribuição do Erro e Métricas</vt:lpstr>
      <vt:lpstr>Janeiro em diante - Métricas</vt:lpstr>
      <vt:lpstr>Principais Modelos – Janeiro em diante</vt:lpstr>
      <vt:lpstr>Principais Modelos – Janeiro em diante</vt:lpstr>
      <vt:lpstr>Principais Modelos – Janeiro em diante</vt:lpstr>
      <vt:lpstr>Recorte Março - Métricas</vt:lpstr>
      <vt:lpstr>Principais Modelos – Recorte Março</vt:lpstr>
      <vt:lpstr>Principais Modelos – Recorte Março</vt:lpstr>
      <vt:lpstr>Principais Modelos – Recorte Março</vt:lpstr>
      <vt:lpstr>Distribuição do Erro e Métricas</vt:lpstr>
      <vt:lpstr>Principais Modelos – Janeiro em diante</vt:lpstr>
      <vt:lpstr>Principais Modelos – Janeiro em diante</vt:lpstr>
      <vt:lpstr>Principais Modelos – Janeiro em diante</vt:lpstr>
      <vt:lpstr>Principais Modelos – Recorte Março</vt:lpstr>
      <vt:lpstr>Principais Modelos – Recorte Março</vt:lpstr>
      <vt:lpstr>Apresentação do PowerPoint</vt:lpstr>
      <vt:lpstr>Apresentação do PowerPoint</vt:lpstr>
      <vt:lpstr>Ressalva</vt:lpstr>
      <vt:lpstr>Principais Modelos</vt:lpstr>
      <vt:lpstr>Distribuição do Erro e Métricas</vt:lpstr>
      <vt:lpstr>Distribuição do Erro e Métricas</vt:lpstr>
      <vt:lpstr>Distribuição do Erro e Métricas</vt:lpstr>
      <vt:lpstr>Distribuição do Erro e Métricas</vt:lpstr>
      <vt:lpstr>Distribuição do Erro e Métricas</vt:lpstr>
      <vt:lpstr>Distribuição do Erro e Métricas</vt:lpstr>
      <vt:lpstr>Janeiro em diante - Métricas</vt:lpstr>
      <vt:lpstr>Principais Modelos – Janeiro em diante</vt:lpstr>
      <vt:lpstr>Principais Modelos – Janeiro em diante</vt:lpstr>
      <vt:lpstr>Principais Modelos – Janeiro em diante</vt:lpstr>
      <vt:lpstr>Recorte Março – Métricas</vt:lpstr>
      <vt:lpstr>Principais Modelos – Recorte Março</vt:lpstr>
      <vt:lpstr>Principais Modelos – Recorte Março</vt:lpstr>
      <vt:lpstr>Principais Modelos – Recorte Março</vt:lpstr>
      <vt:lpstr>Distribuição do Erro e Métricas</vt:lpstr>
      <vt:lpstr>Principais Modelos – Janeiro em diante</vt:lpstr>
      <vt:lpstr>Principais Modelos – Janeiro em diante</vt:lpstr>
      <vt:lpstr>Principais Modelos – Janeiro em diante</vt:lpstr>
      <vt:lpstr>Principais Modelos – Recorte Março</vt:lpstr>
      <vt:lpstr>Principais Modelos – Recorte Março</vt:lpstr>
      <vt:lpstr>Principais Modelos – Recorte Março</vt:lpstr>
      <vt:lpstr>Apresentação do PowerPoint</vt:lpstr>
      <vt:lpstr>Método Nowcast</vt:lpstr>
      <vt:lpstr>Método Nowcast</vt:lpstr>
      <vt:lpstr>Método Nowcast Valor</vt:lpstr>
      <vt:lpstr>Apresentação do PowerPoint</vt:lpstr>
      <vt:lpstr>Método Nowcast Valor</vt:lpstr>
      <vt:lpstr>Apresentação do PowerPoint</vt:lpstr>
      <vt:lpstr>Método Modelo (de fato) Mensal</vt:lpstr>
      <vt:lpstr>Comparações</vt:lpstr>
      <vt:lpstr>Comparações</vt:lpstr>
      <vt:lpstr>Comparações</vt:lpstr>
      <vt:lpstr>Comparações</vt:lpstr>
      <vt:lpstr>Comparações</vt:lpstr>
      <vt:lpstr>Comparações</vt:lpstr>
      <vt:lpstr>Apresentação do PowerPoint</vt:lpstr>
      <vt:lpstr>Teste de Cointegração</vt:lpstr>
      <vt:lpstr>Motivação</vt:lpstr>
      <vt:lpstr>Modelo SARIMAX e porque foi escolhido</vt:lpstr>
      <vt:lpstr>Construção da base</vt:lpstr>
      <vt:lpstr>Série de Valor e Eventos de Erro</vt:lpstr>
      <vt:lpstr>Diferenciação</vt:lpstr>
      <vt:lpstr>Decomposição</vt:lpstr>
      <vt:lpstr>Função de Autocorrelação e Função de Autocorrelação Parcial</vt:lpstr>
      <vt:lpstr>Modelos Testados</vt:lpstr>
      <vt:lpstr>Covariáveis</vt:lpstr>
      <vt:lpstr>Intervenção</vt:lpstr>
      <vt:lpstr>Funções de Transferência</vt:lpstr>
      <vt:lpstr>Funções de Transferência</vt:lpstr>
      <vt:lpstr>Intervenção</vt:lpstr>
      <vt:lpstr>Intervenção</vt:lpstr>
      <vt:lpstr>Intervenção</vt:lpstr>
      <vt:lpstr>Intervenção</vt:lpstr>
      <vt:lpstr>Intervenção</vt:lpstr>
      <vt:lpstr>Intervenção</vt:lpstr>
      <vt:lpstr>Intervenção</vt:lpstr>
      <vt:lpstr>Intervenção</vt:lpstr>
      <vt:lpstr>RESULTADO INTERVENCAO</vt:lpstr>
      <vt:lpstr>Modelos Finais</vt:lpstr>
      <vt:lpstr>Interpretação</vt:lpstr>
      <vt:lpstr>Interpretação</vt:lpstr>
      <vt:lpstr>Conclusão</vt:lpstr>
      <vt:lpstr>Desenvolvimentos Futuros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Ageu de Araujo Machado</dc:creator>
  <cp:lastModifiedBy>DANIEL ALEXANDRE RAMAZZOTTE</cp:lastModifiedBy>
  <cp:revision>32</cp:revision>
  <dcterms:created xsi:type="dcterms:W3CDTF">2024-02-19T00:43:26Z</dcterms:created>
  <dcterms:modified xsi:type="dcterms:W3CDTF">2026-07-09T20:36:33Z</dcterms:modified>
</cp:coreProperties>
</file>